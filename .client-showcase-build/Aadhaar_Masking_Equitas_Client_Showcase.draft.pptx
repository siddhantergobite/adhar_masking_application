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f6604be6684435" /><Relationship Type="http://schemas.openxmlformats.org/officeDocument/2006/relationships/extended-properties" Target="/docProps/app.xml" Id="Ree00e4b97c7e4ec1" /><Relationship Type="http://schemas.openxmlformats.org/officeDocument/2006/relationships/officeDocument" Target="/ppt/presentation.xml" Id="R64daa23aa5a3438b" /></Relationships>
</file>

<file path=ppt/presentation.xml><?xml version="1.0" encoding="utf-8"?>
<p:presentation xmlns:p="http://schemas.openxmlformats.org/presentationml/2006/main">
  <p:sldMasterIdLst>
    <p:sldMasterId xmlns:r="http://schemas.openxmlformats.org/officeDocument/2006/relationships" id="2147483648" r:id="R95fe55175f6745ba"/>
  </p:sldMasterIdLst>
  <p:notesMasterIdLst>
    <p:notesMasterId xmlns:r="http://schemas.openxmlformats.org/officeDocument/2006/relationships" r:id="R0ca03e142fd444af"/>
  </p:notesMasterIdLst>
  <p:sldIdLst>
    <p:sldId xmlns:r="http://schemas.openxmlformats.org/officeDocument/2006/relationships" id="256" r:id="R6630c0b1ecc14628"/>
    <p:sldId xmlns:r="http://schemas.openxmlformats.org/officeDocument/2006/relationships" id="257" r:id="R70e85791582040a0"/>
    <p:sldId xmlns:r="http://schemas.openxmlformats.org/officeDocument/2006/relationships" id="258" r:id="Rea36b4d03f114188"/>
    <p:sldId xmlns:r="http://schemas.openxmlformats.org/officeDocument/2006/relationships" id="259" r:id="R3d82813ba59247b3"/>
    <p:sldId xmlns:r="http://schemas.openxmlformats.org/officeDocument/2006/relationships" id="260" r:id="R3944c5095c174f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358c6c2b8e4239" /><Relationship Type="http://schemas.openxmlformats.org/officeDocument/2006/relationships/slideMaster" Target="/ppt/slideMasters/slideMaster1.xml" Id="R95fe55175f6745ba" /><Relationship Type="http://schemas.openxmlformats.org/officeDocument/2006/relationships/notesMaster" Target="/ppt/notesMasters/notesMaster1.xml" Id="R0ca03e142fd444af" /><Relationship Type="http://schemas.openxmlformats.org/officeDocument/2006/relationships/presProps" Target="/ppt/presProps.xml" Id="Rdd5035adf977413c" /><Relationship Type="http://schemas.openxmlformats.org/officeDocument/2006/relationships/tableStyles" Target="/ppt/tableStyles.xml" Id="Raf3bf72a29f349b8" /><Relationship Type="http://schemas.openxmlformats.org/officeDocument/2006/relationships/slide" Target="/ppt/slides/slide1.xml" Id="R6630c0b1ecc14628" /><Relationship Type="http://schemas.openxmlformats.org/officeDocument/2006/relationships/slide" Target="/ppt/slides/slide2.xml" Id="R70e85791582040a0" /><Relationship Type="http://schemas.openxmlformats.org/officeDocument/2006/relationships/slide" Target="/ppt/slides/slide3.xml" Id="Rea36b4d03f114188" /><Relationship Type="http://schemas.openxmlformats.org/officeDocument/2006/relationships/slide" Target="/ppt/slides/slide4.xml" Id="R3d82813ba59247b3" /><Relationship Type="http://schemas.openxmlformats.org/officeDocument/2006/relationships/slide" Target="/ppt/slides/slide5.xml" Id="R3944c5095c174f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4f07c1872944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6c9055d98845d0" /><Relationship Type="http://schemas.openxmlformats.org/officeDocument/2006/relationships/notesMaster" Target="/ppt/notesMasters/notesMaster1.xml" Id="Rb0787261fa084a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896df3812346e3" /><Relationship Type="http://schemas.openxmlformats.org/officeDocument/2006/relationships/notesMaster" Target="/ppt/notesMasters/notesMaster1.xml" Id="Rfbb8507002a74c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fc6424c2174aa9" /><Relationship Type="http://schemas.openxmlformats.org/officeDocument/2006/relationships/notesMaster" Target="/ppt/notesMasters/notesMaster1.xml" Id="R4ca50d993b4443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9db987ade641e4" /><Relationship Type="http://schemas.openxmlformats.org/officeDocument/2006/relationships/notesMaster" Target="/ppt/notesMasters/notesMaster1.xml" Id="R6f68d9e4aea14f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3d7f686acd4be1" /><Relationship Type="http://schemas.openxmlformats.org/officeDocument/2006/relationships/notesMaster" Target="/ppt/notesMasters/notesMaster1.xml" Id="R464e53ba698549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the current local Aadhaar masking prototype. It detects the full document, verifies the number through OCR and checks, masks the first eight digits, then returns a flattened PDF. The model weights were trained on generated examples, not real Aadhaar records; production readiness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input photographs were supplied by the user. The output pages were generated locally from those photographs by the current application pipeline; each run produced one Aadhaar document and redacted one number line. The displayed 76/100 and 64/100 values are the actual conservative pipeline scores for these two runs. The mixed-scene output contains the Aadhaar only, not the debit card. Personal document imagery is included at the user's request for this client showcase.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SYSTEM_DIAGRAM.md and the current backend pipeline. YOLO segmentation proposes Aadhaar document boundaries; OpenCV proposes geometric quadrilaterals and helps rectify perspective. PaddleOCR supplies text and word-level coordinates, while the separate YOLO number detector supplies an additional number-region proposal. The verification stage checks the twelve-digit shape, the first-digit rule, Verhoeff checksum and Aadhaar-specific context. The checksum alone does not prove identity. The app masks digits 1–8, runs OCR on the masked result, and returns a flattened PDF only when the audit passes; uncertain inputs fail 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checkpoint sizes come from backend/models and CTO_APPLICATION_GUIDE.md. The base files are the official Ultralytics YOLO26 nano segmentation and detection weights. Ultralytics model.train() fine-tuned the task-specific weights and heads. The document model used 20 epochs, 384 px, batch 8, freezing the first five layers. The final number model continued from the earlier custom number checkpoint for 15 more epochs at 512 px and batch 4 with all layers trainable. Per task, the generated set had 180 train, 36 validation and 36 test images; no real Aadhaar records were used. The .pt extension marks a PyTorch checkpoint, not pytest. The reported disk size covers only the checkpoint files, not PyTorch, PaddleOCR and other runtime components. Check Ultralytics commercial licensing before external deployment. Official documentation: https://docs.ultralytics.com/models/yolo26 ; https://docs.ultralytics.com/tasks/segment ; https://docs.ultralytics.com/tasks/detect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metrics are from CTO_APPLICATION_GUIDE.md and ARCHITECTURE.md. The final synthetic test evaluation reported document mask precision/recall 0.981/0.946, mask mAP50 0.982 and mask mAP50–95 0.959; number-box precision/recall 0.998/1.000, mAP50 0.995 and mAP50–95 0.667. These are synthetic-set results, not estimates of real camera or production performance. The UI score is round(100 × min(document detector confidence, verification confidence)); no safe output maps to zero, while unavailable inputs remain unscored. It is not calibrated. Equitas context is based on its FY2024–25 Integrated Annual Report and public Developer Portal API catalogue. The suggested KYC/loan-pack pilot is a proposal subject to Equitas security, legal and architecture review, and should keep human operators responsible for decisions. Sources: https://ir.equitas.bank.in/wp-content/uploads/2025/08/Equitas-AR-2024-25-1.pdf ; https://developer.equitas.bank.in/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f64c9c0e8044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786e3719244f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b4b4c77ee042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f13a9d0f314d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0ba7999efd42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87ae57c79a46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D8CCE3-D501-4AA3-A7CA-B601FB88DD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241802-2E9B-4254-A003-813B7857FAC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E83CF6-791D-4506-A76C-965DD5CACA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94C941-98E9-4BE5-B597-45D904A23F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606080-C428-4EAA-81F1-5E1FC310FF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120669-86DE-4047-8147-AC902A8BBE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6F1A3C-B410-482F-8C03-1157312378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83A64D-4601-4E80-8771-D053BB03CF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69388D-A31A-4FE6-8612-442B940B35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9FC0D5-0296-41C4-860C-8F4CE0A74F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3b08e5ff2c4801" /><Relationship Type="http://schemas.openxmlformats.org/officeDocument/2006/relationships/slideLayout" Target="/ppt/slideLayouts/slideLayout1.xml" Id="R0d89e99d7f3b4bf2" /><Relationship Type="http://schemas.openxmlformats.org/officeDocument/2006/relationships/slideLayout" Target="/ppt/slideLayouts/slideLayout2.xml" Id="R0e4af5e2434a4af5" /><Relationship Type="http://schemas.openxmlformats.org/officeDocument/2006/relationships/slideLayout" Target="/ppt/slideLayouts/slideLayout3.xml" Id="R3af410043d70431c" /><Relationship Type="http://schemas.openxmlformats.org/officeDocument/2006/relationships/slideLayout" Target="/ppt/slideLayouts/slideLayout4.xml" Id="R183f260daa054e7b" /><Relationship Type="http://schemas.openxmlformats.org/officeDocument/2006/relationships/slideLayout" Target="/ppt/slideLayouts/slideLayout5.xml" Id="Re96a609bdbf34837" /><Relationship Type="http://schemas.openxmlformats.org/officeDocument/2006/relationships/slideLayout" Target="/ppt/slideLayouts/slideLayout6.xml" Id="R5e679adf1d684f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89e99d7f3b4bf2"/>
    <p:sldLayoutId xmlns:r="http://schemas.openxmlformats.org/officeDocument/2006/relationships" id="2147483650" r:id="R0e4af5e2434a4af5"/>
    <p:sldLayoutId xmlns:r="http://schemas.openxmlformats.org/officeDocument/2006/relationships" id="2147483651" r:id="R3af410043d70431c"/>
    <p:sldLayoutId xmlns:r="http://schemas.openxmlformats.org/officeDocument/2006/relationships" id="2147483652" r:id="R183f260daa054e7b"/>
    <p:sldLayoutId xmlns:r="http://schemas.openxmlformats.org/officeDocument/2006/relationships" id="2147483653" r:id="Re96a609bdbf34837"/>
    <p:sldLayoutId xmlns:r="http://schemas.openxmlformats.org/officeDocument/2006/relationships" id="2147483654" r:id="R5e679adf1d684f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174b278deb4e56" /><Relationship Type="http://schemas.openxmlformats.org/officeDocument/2006/relationships/notesSlide" Target="/ppt/notesSlides/notesSlide1.xml" Id="R44853143337a46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55c1b3cea74c8a" /><Relationship Type="http://schemas.openxmlformats.org/officeDocument/2006/relationships/image" Target="/ppt/media/image.png" Id="R9ba56bb8e0c64a4c" /><Relationship Type="http://schemas.openxmlformats.org/officeDocument/2006/relationships/image" Target="/ppt/media/image2.png" Id="R649a47a69b724823" /><Relationship Type="http://schemas.openxmlformats.org/officeDocument/2006/relationships/image" Target="/ppt/media/image3.png" Id="R3cb4f4846f7c4994" /><Relationship Type="http://schemas.openxmlformats.org/officeDocument/2006/relationships/image" Target="/ppt/media/image4.png" Id="R583d6837ea96496c" /><Relationship Type="http://schemas.openxmlformats.org/officeDocument/2006/relationships/notesSlide" Target="/ppt/notesSlides/notesSlide2.xml" Id="R111d4b41e4104c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098f6954bc4cdb" /><Relationship Type="http://schemas.openxmlformats.org/officeDocument/2006/relationships/notesSlide" Target="/ppt/notesSlides/notesSlide3.xml" Id="R020bc6ecfb874b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153914e90d4271" /><Relationship Type="http://schemas.openxmlformats.org/officeDocument/2006/relationships/notesSlide" Target="/ppt/notesSlides/notesSlide4.xml" Id="R443be7044dbc43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5bc8c13d29417b" /><Relationship Type="http://schemas.openxmlformats.org/officeDocument/2006/relationships/notesSlide" Target="/ppt/notesSlides/notesSlide5.xml" Id="R24484dc3abdb4519" /></Relationships>
</file>

<file path=ppt/slides/slide1.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1" name="cover-accent">
            <a:extLst xmlns:a="http://schemas.openxmlformats.org/drawingml/2006/main">
              <a:ext uri="{FF2B5EF4-FFF2-40B4-BE49-F238E27FC236}">
                <a16:creationId xmlns:a16="http://schemas.microsoft.com/office/drawing/2014/main" id="{793405D8-B08C-4B6C-B9C3-6606DA799A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6B4D"/>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CAD8AA1C-8B0B-4C66-89FB-B8AB4BE81C6F}"/>
              </a:ext>
            </a:extLst>
          </p:cNvPr>
          <p:cNvSpPr>
            <a:spLocks xmlns:a="http://schemas.openxmlformats.org/drawingml/2006/main" noGrp="1"/>
          </p:cNvSpPr>
          <p:nvPr/>
        </p:nvSpPr>
        <p:spPr>
          <a:xfrm xmlns:a="http://schemas.openxmlformats.org/drawingml/2006/main">
            <a:off x="685800" y="7239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6B4D"/>
                </a:solidFill>
                <a:latin typeface="Arial"/>
                <a:ea typeface="Arial"/>
                <a:cs typeface="Arial"/>
              </a:defRPr>
            </a:defPPr>
            <a:lvl1pPr algn="l">
              <a:defRPr sz="1200" b="1">
                <a:solidFill>
                  <a:srgbClr val="206B4D"/>
                </a:solidFill>
                <a:latin typeface="Arial"/>
                <a:ea typeface="Arial"/>
                <a:cs typeface="Arial"/>
              </a:defRPr>
            </a:lvl1pPr>
            <a:lvl2pPr algn="l">
              <a:defRPr sz="1200" b="1">
                <a:solidFill>
                  <a:srgbClr val="206B4D"/>
                </a:solidFill>
                <a:latin typeface="Arial"/>
                <a:ea typeface="Arial"/>
                <a:cs typeface="Arial"/>
              </a:defRPr>
            </a:lvl2pPr>
            <a:lvl3pPr algn="l">
              <a:defRPr sz="1200" b="1">
                <a:solidFill>
                  <a:srgbClr val="206B4D"/>
                </a:solidFill>
                <a:latin typeface="Arial"/>
                <a:ea typeface="Arial"/>
                <a:cs typeface="Arial"/>
              </a:defRPr>
            </a:lvl3pPr>
            <a:lvl4pPr algn="l">
              <a:defRPr sz="1200" b="1">
                <a:solidFill>
                  <a:srgbClr val="206B4D"/>
                </a:solidFill>
                <a:latin typeface="Arial"/>
                <a:ea typeface="Arial"/>
                <a:cs typeface="Arial"/>
              </a:defRPr>
            </a:lvl4pPr>
            <a:lvl5pPr algn="l">
              <a:defRPr sz="1200" b="1">
                <a:solidFill>
                  <a:srgbClr val="206B4D"/>
                </a:solidFill>
                <a:latin typeface="Arial"/>
                <a:ea typeface="Arial"/>
                <a:cs typeface="Arial"/>
              </a:defRPr>
            </a:lvl5pPr>
            <a:lvl6pPr algn="l">
              <a:defRPr sz="1200" b="1">
                <a:solidFill>
                  <a:srgbClr val="206B4D"/>
                </a:solidFill>
                <a:latin typeface="Arial"/>
                <a:ea typeface="Arial"/>
                <a:cs typeface="Arial"/>
              </a:defRPr>
            </a:lvl6pPr>
            <a:lvl7pPr algn="l">
              <a:defRPr sz="1200" b="1">
                <a:solidFill>
                  <a:srgbClr val="206B4D"/>
                </a:solidFill>
                <a:latin typeface="Arial"/>
                <a:ea typeface="Arial"/>
                <a:cs typeface="Arial"/>
              </a:defRPr>
            </a:lvl7pPr>
            <a:lvl8pPr algn="l">
              <a:defRPr sz="1200" b="1">
                <a:solidFill>
                  <a:srgbClr val="206B4D"/>
                </a:solidFill>
                <a:latin typeface="Arial"/>
                <a:ea typeface="Arial"/>
                <a:cs typeface="Arial"/>
              </a:defRPr>
            </a:lvl8pPr>
            <a:lvl9pPr algn="l">
              <a:defRPr sz="1200" b="1">
                <a:solidFill>
                  <a:srgbClr val="206B4D"/>
                </a:solidFill>
                <a:latin typeface="Arial"/>
                <a:ea typeface="Arial"/>
                <a:cs typeface="Arial"/>
              </a:defRPr>
            </a:lvl9pPr>
          </a:lstStyle>
          <a:p xmlns:a="http://schemas.openxmlformats.org/drawingml/2006/main">
            <a:pPr algn="l">
              <a:defRPr sz="1200" b="1">
                <a:solidFill>
                  <a:srgbClr val="206B4D"/>
                </a:solidFill>
                <a:latin typeface="Arial"/>
                <a:ea typeface="Arial"/>
                <a:cs typeface="Arial"/>
              </a:defRPr>
            </a:pPr>
            <a:r>
              <a:rPr sz="1200" b="1">
                <a:solidFill>
                  <a:srgbClr val="206B4D"/>
                </a:solidFill>
                <a:latin typeface="Arial"/>
                <a:ea typeface="Arial"/>
                <a:cs typeface="Arial"/>
              </a:rPr>
              <a:t>CLIENT SHOWCASE  ·  EQUITAS BANK DISCUSSION</a:t>
            </a:r>
          </a:p>
        </p:txBody>
      </p:sp>
      <p:sp>
        <p:nvSpPr>
          <p:cNvPr id="3" name="cover-title">
            <a:extLst xmlns:a="http://schemas.openxmlformats.org/drawingml/2006/main">
              <a:ext uri="{FF2B5EF4-FFF2-40B4-BE49-F238E27FC236}">
                <a16:creationId xmlns:a16="http://schemas.microsoft.com/office/drawing/2014/main" id="{303D9488-8F8F-429D-A550-99EEF1208C09}"/>
              </a:ext>
            </a:extLst>
          </p:cNvPr>
          <p:cNvSpPr>
            <a:spLocks xmlns:a="http://schemas.openxmlformats.org/drawingml/2006/main" noGrp="1"/>
          </p:cNvSpPr>
          <p:nvPr/>
        </p:nvSpPr>
        <p:spPr>
          <a:xfrm xmlns:a="http://schemas.openxmlformats.org/drawingml/2006/main">
            <a:off x="685800" y="1390650"/>
            <a:ext cx="8096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97"/>
          </a:bodyPr>
          <a:lstStyle xmlns:a="http://schemas.openxmlformats.org/drawingml/2006/main">
            <a:defPPr algn="l">
              <a:defRPr sz="4950" b="1">
                <a:solidFill>
                  <a:srgbClr val="17342F"/>
                </a:solidFill>
                <a:latin typeface="Arial"/>
                <a:ea typeface="Arial"/>
                <a:cs typeface="Arial"/>
              </a:defRPr>
            </a:defPPr>
            <a:lvl1pPr algn="l">
              <a:defRPr sz="4950" b="1">
                <a:solidFill>
                  <a:srgbClr val="17342F"/>
                </a:solidFill>
                <a:latin typeface="Arial"/>
                <a:ea typeface="Arial"/>
                <a:cs typeface="Arial"/>
              </a:defRPr>
            </a:lvl1pPr>
            <a:lvl2pPr algn="l">
              <a:defRPr sz="4950" b="1">
                <a:solidFill>
                  <a:srgbClr val="17342F"/>
                </a:solidFill>
                <a:latin typeface="Arial"/>
                <a:ea typeface="Arial"/>
                <a:cs typeface="Arial"/>
              </a:defRPr>
            </a:lvl2pPr>
            <a:lvl3pPr algn="l">
              <a:defRPr sz="4950" b="1">
                <a:solidFill>
                  <a:srgbClr val="17342F"/>
                </a:solidFill>
                <a:latin typeface="Arial"/>
                <a:ea typeface="Arial"/>
                <a:cs typeface="Arial"/>
              </a:defRPr>
            </a:lvl3pPr>
            <a:lvl4pPr algn="l">
              <a:defRPr sz="4950" b="1">
                <a:solidFill>
                  <a:srgbClr val="17342F"/>
                </a:solidFill>
                <a:latin typeface="Arial"/>
                <a:ea typeface="Arial"/>
                <a:cs typeface="Arial"/>
              </a:defRPr>
            </a:lvl4pPr>
            <a:lvl5pPr algn="l">
              <a:defRPr sz="4950" b="1">
                <a:solidFill>
                  <a:srgbClr val="17342F"/>
                </a:solidFill>
                <a:latin typeface="Arial"/>
                <a:ea typeface="Arial"/>
                <a:cs typeface="Arial"/>
              </a:defRPr>
            </a:lvl5pPr>
            <a:lvl6pPr algn="l">
              <a:defRPr sz="4950" b="1">
                <a:solidFill>
                  <a:srgbClr val="17342F"/>
                </a:solidFill>
                <a:latin typeface="Arial"/>
                <a:ea typeface="Arial"/>
                <a:cs typeface="Arial"/>
              </a:defRPr>
            </a:lvl6pPr>
            <a:lvl7pPr algn="l">
              <a:defRPr sz="4950" b="1">
                <a:solidFill>
                  <a:srgbClr val="17342F"/>
                </a:solidFill>
                <a:latin typeface="Arial"/>
                <a:ea typeface="Arial"/>
                <a:cs typeface="Arial"/>
              </a:defRPr>
            </a:lvl7pPr>
            <a:lvl8pPr algn="l">
              <a:defRPr sz="4950" b="1">
                <a:solidFill>
                  <a:srgbClr val="17342F"/>
                </a:solidFill>
                <a:latin typeface="Arial"/>
                <a:ea typeface="Arial"/>
                <a:cs typeface="Arial"/>
              </a:defRPr>
            </a:lvl8pPr>
            <a:lvl9pPr algn="l">
              <a:defRPr sz="4950" b="1">
                <a:solidFill>
                  <a:srgbClr val="17342F"/>
                </a:solidFill>
                <a:latin typeface="Arial"/>
                <a:ea typeface="Arial"/>
                <a:cs typeface="Arial"/>
              </a:defRPr>
            </a:lvl9pPr>
          </a:lstStyle>
          <a:p xmlns:a="http://schemas.openxmlformats.org/drawingml/2006/main">
            <a:pPr algn="l">
              <a:defRPr sz="4950" b="1">
                <a:solidFill>
                  <a:srgbClr val="17342F"/>
                </a:solidFill>
                <a:latin typeface="Arial"/>
                <a:ea typeface="Arial"/>
                <a:cs typeface="Arial"/>
              </a:defRPr>
            </a:pPr>
            <a:r>
              <a:rPr sz="4950" b="1">
                <a:solidFill>
                  <a:srgbClr val="17342F"/>
                </a:solidFill>
                <a:latin typeface="Arial"/>
                <a:ea typeface="Arial"/>
                <a:cs typeface="Arial"/>
              </a:rPr>
              <a:t>Aadhaar document</a:t>
            </a:r>
          </a:p>
          <a:p xmlns:a="http://schemas.openxmlformats.org/drawingml/2006/main">
            <a:pPr algn="l">
              <a:defRPr sz="4950" b="1">
                <a:solidFill>
                  <a:srgbClr val="17342F"/>
                </a:solidFill>
                <a:latin typeface="Arial"/>
                <a:ea typeface="Arial"/>
                <a:cs typeface="Arial"/>
              </a:defRPr>
            </a:pPr>
            <a:r>
              <a:rPr sz="4950" b="1">
                <a:solidFill>
                  <a:srgbClr val="17342F"/>
                </a:solidFill>
                <a:latin typeface="Arial"/>
                <a:ea typeface="Arial"/>
                <a:cs typeface="Arial"/>
              </a:rPr>
              <a:t>masking</a:t>
            </a:r>
          </a:p>
        </p:txBody>
      </p:sp>
      <p:sp>
        <p:nvSpPr>
          <p:cNvPr id="4" name="cover-rule">
            <a:extLst xmlns:a="http://schemas.openxmlformats.org/drawingml/2006/main">
              <a:ext uri="{FF2B5EF4-FFF2-40B4-BE49-F238E27FC236}">
                <a16:creationId xmlns:a16="http://schemas.microsoft.com/office/drawing/2014/main" id="{633B1A07-36C5-4DF6-80A1-0CC0162EC1E9}"/>
              </a:ext>
            </a:extLst>
          </p:cNvPr>
          <p:cNvSpPr>
            <a:spLocks xmlns:a="http://schemas.openxmlformats.org/drawingml/2006/main" noGrp="1"/>
          </p:cNvSpPr>
          <p:nvPr/>
        </p:nvSpPr>
        <p:spPr>
          <a:xfrm xmlns:a="http://schemas.openxmlformats.org/drawingml/2006/main">
            <a:off x="704850" y="3105150"/>
            <a:ext cx="1066800" cy="57150"/>
          </a:xfrm>
          <a:prstGeom xmlns:a="http://schemas.openxmlformats.org/drawingml/2006/main" prst="roundRect">
            <a:avLst>
              <a:gd name="adj" fmla="val 50000"/>
            </a:avLst>
          </a:prstGeom>
          <a:solidFill xmlns:a="http://schemas.openxmlformats.org/drawingml/2006/main">
            <a:srgbClr val="16844C"/>
          </a:solidFill>
          <a:ln xmlns:a="http://schemas.openxmlformats.org/drawingml/2006/main" w="0">
            <a:noFill/>
            <a:prstDash val="solid"/>
          </a:ln>
        </p:spPr>
      </p:sp>
      <p:sp>
        <p:nvSpPr>
          <p:cNvPr id="5" name="cover-summary">
            <a:extLst xmlns:a="http://schemas.openxmlformats.org/drawingml/2006/main">
              <a:ext uri="{FF2B5EF4-FFF2-40B4-BE49-F238E27FC236}">
                <a16:creationId xmlns:a16="http://schemas.microsoft.com/office/drawing/2014/main" id="{1A3329C4-02AD-4950-9AC6-7C864CBF330D}"/>
              </a:ext>
            </a:extLst>
          </p:cNvPr>
          <p:cNvSpPr>
            <a:spLocks xmlns:a="http://schemas.openxmlformats.org/drawingml/2006/main" noGrp="1"/>
          </p:cNvSpPr>
          <p:nvPr/>
        </p:nvSpPr>
        <p:spPr>
          <a:xfrm xmlns:a="http://schemas.openxmlformats.org/drawingml/2006/main">
            <a:off x="685800" y="3467100"/>
            <a:ext cx="7334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5D716A"/>
                </a:solidFill>
                <a:latin typeface="Arial"/>
                <a:ea typeface="Arial"/>
                <a:cs typeface="Arial"/>
              </a:defRPr>
            </a:defPPr>
            <a:lvl1pPr algn="l">
              <a:defRPr sz="1875">
                <a:solidFill>
                  <a:srgbClr val="5D716A"/>
                </a:solidFill>
                <a:latin typeface="Arial"/>
                <a:ea typeface="Arial"/>
                <a:cs typeface="Arial"/>
              </a:defRPr>
            </a:lvl1pPr>
            <a:lvl2pPr algn="l">
              <a:defRPr sz="1875">
                <a:solidFill>
                  <a:srgbClr val="5D716A"/>
                </a:solidFill>
                <a:latin typeface="Arial"/>
                <a:ea typeface="Arial"/>
                <a:cs typeface="Arial"/>
              </a:defRPr>
            </a:lvl2pPr>
            <a:lvl3pPr algn="l">
              <a:defRPr sz="1875">
                <a:solidFill>
                  <a:srgbClr val="5D716A"/>
                </a:solidFill>
                <a:latin typeface="Arial"/>
                <a:ea typeface="Arial"/>
                <a:cs typeface="Arial"/>
              </a:defRPr>
            </a:lvl3pPr>
            <a:lvl4pPr algn="l">
              <a:defRPr sz="1875">
                <a:solidFill>
                  <a:srgbClr val="5D716A"/>
                </a:solidFill>
                <a:latin typeface="Arial"/>
                <a:ea typeface="Arial"/>
                <a:cs typeface="Arial"/>
              </a:defRPr>
            </a:lvl4pPr>
            <a:lvl5pPr algn="l">
              <a:defRPr sz="1875">
                <a:solidFill>
                  <a:srgbClr val="5D716A"/>
                </a:solidFill>
                <a:latin typeface="Arial"/>
                <a:ea typeface="Arial"/>
                <a:cs typeface="Arial"/>
              </a:defRPr>
            </a:lvl5pPr>
            <a:lvl6pPr algn="l">
              <a:defRPr sz="1875">
                <a:solidFill>
                  <a:srgbClr val="5D716A"/>
                </a:solidFill>
                <a:latin typeface="Arial"/>
                <a:ea typeface="Arial"/>
                <a:cs typeface="Arial"/>
              </a:defRPr>
            </a:lvl6pPr>
            <a:lvl7pPr algn="l">
              <a:defRPr sz="1875">
                <a:solidFill>
                  <a:srgbClr val="5D716A"/>
                </a:solidFill>
                <a:latin typeface="Arial"/>
                <a:ea typeface="Arial"/>
                <a:cs typeface="Arial"/>
              </a:defRPr>
            </a:lvl7pPr>
            <a:lvl8pPr algn="l">
              <a:defRPr sz="1875">
                <a:solidFill>
                  <a:srgbClr val="5D716A"/>
                </a:solidFill>
                <a:latin typeface="Arial"/>
                <a:ea typeface="Arial"/>
                <a:cs typeface="Arial"/>
              </a:defRPr>
            </a:lvl8pPr>
            <a:lvl9pPr algn="l">
              <a:defRPr sz="1875">
                <a:solidFill>
                  <a:srgbClr val="5D716A"/>
                </a:solidFill>
                <a:latin typeface="Arial"/>
                <a:ea typeface="Arial"/>
                <a:cs typeface="Arial"/>
              </a:defRPr>
            </a:lvl9pPr>
          </a:lstStyle>
          <a:p xmlns:a="http://schemas.openxmlformats.org/drawingml/2006/main">
            <a:pPr algn="l">
              <a:defRPr sz="1875">
                <a:solidFill>
                  <a:srgbClr val="5D716A"/>
                </a:solidFill>
                <a:latin typeface="Arial"/>
                <a:ea typeface="Arial"/>
                <a:cs typeface="Arial"/>
              </a:defRPr>
            </a:pPr>
            <a:r>
              <a:rPr sz="1875">
                <a:solidFill>
                  <a:srgbClr val="5D716A"/>
                </a:solidFill>
                <a:latin typeface="Arial"/>
                <a:ea typeface="Arial"/>
                <a:cs typeface="Arial"/>
              </a:rPr>
              <a:t>A local AI pipeline that finds Aadhaar documents, verifies number lines and masks the first eight digits before PDF delivery.</a:t>
            </a:r>
          </a:p>
        </p:txBody>
      </p:sp>
      <p:sp>
        <p:nvSpPr>
          <p:cNvPr id="6" name="cover-stack-label">
            <a:extLst xmlns:a="http://schemas.openxmlformats.org/drawingml/2006/main">
              <a:ext uri="{FF2B5EF4-FFF2-40B4-BE49-F238E27FC236}">
                <a16:creationId xmlns:a16="http://schemas.microsoft.com/office/drawing/2014/main" id="{A71C7926-CD38-4AC9-B3E4-28FA010546B2}"/>
              </a:ext>
            </a:extLst>
          </p:cNvPr>
          <p:cNvSpPr>
            <a:spLocks xmlns:a="http://schemas.openxmlformats.org/drawingml/2006/main" noGrp="1"/>
          </p:cNvSpPr>
          <p:nvPr/>
        </p:nvSpPr>
        <p:spPr>
          <a:xfrm xmlns:a="http://schemas.openxmlformats.org/drawingml/2006/main">
            <a:off x="685800" y="50101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PROJECT STACK</a:t>
            </a:r>
          </a:p>
        </p:txBody>
      </p:sp>
      <p:sp>
        <p:nvSpPr>
          <p:cNvPr id="7" name="cover-stack">
            <a:extLst xmlns:a="http://schemas.openxmlformats.org/drawingml/2006/main">
              <a:ext uri="{FF2B5EF4-FFF2-40B4-BE49-F238E27FC236}">
                <a16:creationId xmlns:a16="http://schemas.microsoft.com/office/drawing/2014/main" id="{27221B6B-E4D3-4EC8-A969-0DCC4EC7E0DD}"/>
              </a:ext>
            </a:extLst>
          </p:cNvPr>
          <p:cNvSpPr>
            <a:spLocks xmlns:a="http://schemas.openxmlformats.org/drawingml/2006/main" noGrp="1"/>
          </p:cNvSpPr>
          <p:nvPr/>
        </p:nvSpPr>
        <p:spPr>
          <a:xfrm xmlns:a="http://schemas.openxmlformats.org/drawingml/2006/main">
            <a:off x="685800" y="5305425"/>
            <a:ext cx="695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a:solidFill>
                  <a:srgbClr val="17342F"/>
                </a:solidFill>
                <a:latin typeface="Arial"/>
                <a:ea typeface="Arial"/>
                <a:cs typeface="Arial"/>
              </a:defRPr>
            </a:defPPr>
            <a:lvl1pPr algn="l">
              <a:defRPr sz="1500">
                <a:solidFill>
                  <a:srgbClr val="17342F"/>
                </a:solidFill>
                <a:latin typeface="Arial"/>
                <a:ea typeface="Arial"/>
                <a:cs typeface="Arial"/>
              </a:defRPr>
            </a:lvl1pPr>
            <a:lvl2pPr algn="l">
              <a:defRPr sz="1500">
                <a:solidFill>
                  <a:srgbClr val="17342F"/>
                </a:solidFill>
                <a:latin typeface="Arial"/>
                <a:ea typeface="Arial"/>
                <a:cs typeface="Arial"/>
              </a:defRPr>
            </a:lvl2pPr>
            <a:lvl3pPr algn="l">
              <a:defRPr sz="1500">
                <a:solidFill>
                  <a:srgbClr val="17342F"/>
                </a:solidFill>
                <a:latin typeface="Arial"/>
                <a:ea typeface="Arial"/>
                <a:cs typeface="Arial"/>
              </a:defRPr>
            </a:lvl3pPr>
            <a:lvl4pPr algn="l">
              <a:defRPr sz="1500">
                <a:solidFill>
                  <a:srgbClr val="17342F"/>
                </a:solidFill>
                <a:latin typeface="Arial"/>
                <a:ea typeface="Arial"/>
                <a:cs typeface="Arial"/>
              </a:defRPr>
            </a:lvl4pPr>
            <a:lvl5pPr algn="l">
              <a:defRPr sz="1500">
                <a:solidFill>
                  <a:srgbClr val="17342F"/>
                </a:solidFill>
                <a:latin typeface="Arial"/>
                <a:ea typeface="Arial"/>
                <a:cs typeface="Arial"/>
              </a:defRPr>
            </a:lvl5pPr>
            <a:lvl6pPr algn="l">
              <a:defRPr sz="1500">
                <a:solidFill>
                  <a:srgbClr val="17342F"/>
                </a:solidFill>
                <a:latin typeface="Arial"/>
                <a:ea typeface="Arial"/>
                <a:cs typeface="Arial"/>
              </a:defRPr>
            </a:lvl6pPr>
            <a:lvl7pPr algn="l">
              <a:defRPr sz="1500">
                <a:solidFill>
                  <a:srgbClr val="17342F"/>
                </a:solidFill>
                <a:latin typeface="Arial"/>
                <a:ea typeface="Arial"/>
                <a:cs typeface="Arial"/>
              </a:defRPr>
            </a:lvl7pPr>
            <a:lvl8pPr algn="l">
              <a:defRPr sz="1500">
                <a:solidFill>
                  <a:srgbClr val="17342F"/>
                </a:solidFill>
                <a:latin typeface="Arial"/>
                <a:ea typeface="Arial"/>
                <a:cs typeface="Arial"/>
              </a:defRPr>
            </a:lvl8pPr>
            <a:lvl9pPr algn="l">
              <a:defRPr sz="1500">
                <a:solidFill>
                  <a:srgbClr val="17342F"/>
                </a:solidFill>
                <a:latin typeface="Arial"/>
                <a:ea typeface="Arial"/>
                <a:cs typeface="Arial"/>
              </a:defRPr>
            </a:lvl9pPr>
          </a:lstStyle>
          <a:p xmlns:a="http://schemas.openxmlformats.org/drawingml/2006/main">
            <a:pPr algn="l">
              <a:defRPr sz="1500">
                <a:solidFill>
                  <a:srgbClr val="17342F"/>
                </a:solidFill>
                <a:latin typeface="Arial"/>
                <a:ea typeface="Arial"/>
                <a:cs typeface="Arial"/>
              </a:defRPr>
            </a:pPr>
            <a:r>
              <a:rPr sz="1500">
                <a:solidFill>
                  <a:srgbClr val="17342F"/>
                </a:solidFill>
                <a:latin typeface="Arial"/>
                <a:ea typeface="Arial"/>
                <a:cs typeface="Arial"/>
              </a:rPr>
              <a:t>YOLO26  ·  OpenCV  ·  PaddleOCR  ·  Verhoeff validation</a:t>
            </a:r>
          </a:p>
        </p:txBody>
      </p:sp>
      <p:sp>
        <p:nvSpPr>
          <p:cNvPr id="8" name="cover-footer-rule">
            <a:extLst xmlns:a="http://schemas.openxmlformats.org/drawingml/2006/main">
              <a:ext uri="{FF2B5EF4-FFF2-40B4-BE49-F238E27FC236}">
                <a16:creationId xmlns:a16="http://schemas.microsoft.com/office/drawing/2014/main" id="{11179839-B22E-4FCF-9C9A-7EDA187461E8}"/>
              </a:ext>
            </a:extLst>
          </p:cNvPr>
          <p:cNvSpPr>
            <a:spLocks xmlns:a="http://schemas.openxmlformats.org/drawingml/2006/main" noGrp="1"/>
          </p:cNvSpPr>
          <p:nvPr/>
        </p:nvSpPr>
        <p:spPr>
          <a:xfrm xmlns:a="http://schemas.openxmlformats.org/drawingml/2006/main">
            <a:off x="685800" y="6191250"/>
            <a:ext cx="108204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9" name="cover-footer">
            <a:extLst xmlns:a="http://schemas.openxmlformats.org/drawingml/2006/main">
              <a:ext uri="{FF2B5EF4-FFF2-40B4-BE49-F238E27FC236}">
                <a16:creationId xmlns:a16="http://schemas.microsoft.com/office/drawing/2014/main" id="{D77630B0-979C-4FE7-9648-1E5C94078C5D}"/>
              </a:ext>
            </a:extLst>
          </p:cNvPr>
          <p:cNvSpPr>
            <a:spLocks xmlns:a="http://schemas.openxmlformats.org/drawingml/2006/main" noGrp="1"/>
          </p:cNvSpPr>
          <p:nvPr/>
        </p:nvSpPr>
        <p:spPr>
          <a:xfrm xmlns:a="http://schemas.openxmlformats.org/drawingml/2006/main">
            <a:off x="685800" y="6343650"/>
            <a:ext cx="857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a:solidFill>
                  <a:srgbClr val="5D716A"/>
                </a:solidFill>
                <a:latin typeface="Arial"/>
                <a:ea typeface="Arial"/>
                <a:cs typeface="Arial"/>
              </a:defRPr>
            </a:defPPr>
            <a:lvl1pPr algn="l">
              <a:defRPr sz="1050">
                <a:solidFill>
                  <a:srgbClr val="5D716A"/>
                </a:solidFill>
                <a:latin typeface="Arial"/>
                <a:ea typeface="Arial"/>
                <a:cs typeface="Arial"/>
              </a:defRPr>
            </a:lvl1pPr>
            <a:lvl2pPr algn="l">
              <a:defRPr sz="1050">
                <a:solidFill>
                  <a:srgbClr val="5D716A"/>
                </a:solidFill>
                <a:latin typeface="Arial"/>
                <a:ea typeface="Arial"/>
                <a:cs typeface="Arial"/>
              </a:defRPr>
            </a:lvl2pPr>
            <a:lvl3pPr algn="l">
              <a:defRPr sz="1050">
                <a:solidFill>
                  <a:srgbClr val="5D716A"/>
                </a:solidFill>
                <a:latin typeface="Arial"/>
                <a:ea typeface="Arial"/>
                <a:cs typeface="Arial"/>
              </a:defRPr>
            </a:lvl3pPr>
            <a:lvl4pPr algn="l">
              <a:defRPr sz="1050">
                <a:solidFill>
                  <a:srgbClr val="5D716A"/>
                </a:solidFill>
                <a:latin typeface="Arial"/>
                <a:ea typeface="Arial"/>
                <a:cs typeface="Arial"/>
              </a:defRPr>
            </a:lvl4pPr>
            <a:lvl5pPr algn="l">
              <a:defRPr sz="1050">
                <a:solidFill>
                  <a:srgbClr val="5D716A"/>
                </a:solidFill>
                <a:latin typeface="Arial"/>
                <a:ea typeface="Arial"/>
                <a:cs typeface="Arial"/>
              </a:defRPr>
            </a:lvl5pPr>
            <a:lvl6pPr algn="l">
              <a:defRPr sz="1050">
                <a:solidFill>
                  <a:srgbClr val="5D716A"/>
                </a:solidFill>
                <a:latin typeface="Arial"/>
                <a:ea typeface="Arial"/>
                <a:cs typeface="Arial"/>
              </a:defRPr>
            </a:lvl6pPr>
            <a:lvl7pPr algn="l">
              <a:defRPr sz="1050">
                <a:solidFill>
                  <a:srgbClr val="5D716A"/>
                </a:solidFill>
                <a:latin typeface="Arial"/>
                <a:ea typeface="Arial"/>
                <a:cs typeface="Arial"/>
              </a:defRPr>
            </a:lvl7pPr>
            <a:lvl8pPr algn="l">
              <a:defRPr sz="1050">
                <a:solidFill>
                  <a:srgbClr val="5D716A"/>
                </a:solidFill>
                <a:latin typeface="Arial"/>
                <a:ea typeface="Arial"/>
                <a:cs typeface="Arial"/>
              </a:defRPr>
            </a:lvl8pPr>
            <a:lvl9pPr algn="l">
              <a:defRPr sz="1050">
                <a:solidFill>
                  <a:srgbClr val="5D716A"/>
                </a:solidFill>
                <a:latin typeface="Arial"/>
                <a:ea typeface="Arial"/>
                <a:cs typeface="Arial"/>
              </a:defRPr>
            </a:lvl9pPr>
          </a:lstStyle>
          <a:p xmlns:a="http://schemas.openxmlformats.org/drawingml/2006/main">
            <a:pPr algn="l">
              <a:defRPr sz="1050">
                <a:solidFill>
                  <a:srgbClr val="5D716A"/>
                </a:solidFill>
                <a:latin typeface="Arial"/>
                <a:ea typeface="Arial"/>
                <a:cs typeface="Arial"/>
              </a:defRPr>
            </a:pPr>
            <a:r>
              <a:rPr sz="1050">
                <a:solidFill>
                  <a:srgbClr val="5D716A"/>
                </a:solidFill>
                <a:latin typeface="Arial"/>
                <a:ea typeface="Arial"/>
                <a:cs typeface="Arial"/>
              </a:rPr>
              <a:t>Working prototype  ·  Synthetic training data  ·  Local processing</a:t>
            </a:r>
          </a:p>
        </p:txBody>
      </p:sp>
      <p:sp>
        <p:nvSpPr>
          <p:cNvPr id="10" name="cover-page-number">
            <a:extLst xmlns:a="http://schemas.openxmlformats.org/drawingml/2006/main">
              <a:ext uri="{FF2B5EF4-FFF2-40B4-BE49-F238E27FC236}">
                <a16:creationId xmlns:a16="http://schemas.microsoft.com/office/drawing/2014/main" id="{A75536DC-3BC7-4BCE-B94A-D4872D290D85}"/>
              </a:ext>
            </a:extLst>
          </p:cNvPr>
          <p:cNvSpPr>
            <a:spLocks xmlns:a="http://schemas.openxmlformats.org/drawingml/2006/main" noGrp="1"/>
          </p:cNvSpPr>
          <p:nvPr/>
        </p:nvSpPr>
        <p:spPr>
          <a:xfrm xmlns:a="http://schemas.openxmlformats.org/drawingml/2006/main">
            <a:off x="10839450" y="63436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206B4D"/>
                </a:solidFill>
                <a:latin typeface="Arial"/>
                <a:ea typeface="Arial"/>
                <a:cs typeface="Arial"/>
              </a:defRPr>
            </a:defPPr>
            <a:lvl1pPr algn="r">
              <a:defRPr sz="975" b="1">
                <a:solidFill>
                  <a:srgbClr val="206B4D"/>
                </a:solidFill>
                <a:latin typeface="Arial"/>
                <a:ea typeface="Arial"/>
                <a:cs typeface="Arial"/>
              </a:defRPr>
            </a:lvl1pPr>
            <a:lvl2pPr algn="r">
              <a:defRPr sz="975" b="1">
                <a:solidFill>
                  <a:srgbClr val="206B4D"/>
                </a:solidFill>
                <a:latin typeface="Arial"/>
                <a:ea typeface="Arial"/>
                <a:cs typeface="Arial"/>
              </a:defRPr>
            </a:lvl2pPr>
            <a:lvl3pPr algn="r">
              <a:defRPr sz="975" b="1">
                <a:solidFill>
                  <a:srgbClr val="206B4D"/>
                </a:solidFill>
                <a:latin typeface="Arial"/>
                <a:ea typeface="Arial"/>
                <a:cs typeface="Arial"/>
              </a:defRPr>
            </a:lvl3pPr>
            <a:lvl4pPr algn="r">
              <a:defRPr sz="975" b="1">
                <a:solidFill>
                  <a:srgbClr val="206B4D"/>
                </a:solidFill>
                <a:latin typeface="Arial"/>
                <a:ea typeface="Arial"/>
                <a:cs typeface="Arial"/>
              </a:defRPr>
            </a:lvl4pPr>
            <a:lvl5pPr algn="r">
              <a:defRPr sz="975" b="1">
                <a:solidFill>
                  <a:srgbClr val="206B4D"/>
                </a:solidFill>
                <a:latin typeface="Arial"/>
                <a:ea typeface="Arial"/>
                <a:cs typeface="Arial"/>
              </a:defRPr>
            </a:lvl5pPr>
            <a:lvl6pPr algn="r">
              <a:defRPr sz="975" b="1">
                <a:solidFill>
                  <a:srgbClr val="206B4D"/>
                </a:solidFill>
                <a:latin typeface="Arial"/>
                <a:ea typeface="Arial"/>
                <a:cs typeface="Arial"/>
              </a:defRPr>
            </a:lvl6pPr>
            <a:lvl7pPr algn="r">
              <a:defRPr sz="975" b="1">
                <a:solidFill>
                  <a:srgbClr val="206B4D"/>
                </a:solidFill>
                <a:latin typeface="Arial"/>
                <a:ea typeface="Arial"/>
                <a:cs typeface="Arial"/>
              </a:defRPr>
            </a:lvl7pPr>
            <a:lvl8pPr algn="r">
              <a:defRPr sz="975" b="1">
                <a:solidFill>
                  <a:srgbClr val="206B4D"/>
                </a:solidFill>
                <a:latin typeface="Arial"/>
                <a:ea typeface="Arial"/>
                <a:cs typeface="Arial"/>
              </a:defRPr>
            </a:lvl8pPr>
            <a:lvl9pPr algn="r">
              <a:defRPr sz="975" b="1">
                <a:solidFill>
                  <a:srgbClr val="206B4D"/>
                </a:solidFill>
                <a:latin typeface="Arial"/>
                <a:ea typeface="Arial"/>
                <a:cs typeface="Arial"/>
              </a:defRPr>
            </a:lvl9pPr>
          </a:lstStyle>
          <a:p xmlns:a="http://schemas.openxmlformats.org/drawingml/2006/main">
            <a:pPr algn="r">
              <a:defRPr sz="975" b="1">
                <a:solidFill>
                  <a:srgbClr val="206B4D"/>
                </a:solidFill>
                <a:latin typeface="Arial"/>
                <a:ea typeface="Arial"/>
                <a:cs typeface="Arial"/>
              </a:defRPr>
            </a:pPr>
            <a:r>
              <a:rPr sz="975" b="1">
                <a:solidFill>
                  <a:srgbClr val="206B4D"/>
                </a:solidFill>
                <a:latin typeface="Arial"/>
                <a:ea typeface="Arial"/>
                <a:cs typeface="Arial"/>
              </a:rPr>
              <a:t>01 / 05</a:t>
            </a:r>
          </a:p>
        </p:txBody>
      </p:sp>
    </p:spTree>
    <p:extLst>
      <p:ext uri="{BB962C8B-B14F-4D97-AF65-F5344CB8AC3E}">
        <p14:creationId xmlns:p14="http://schemas.microsoft.com/office/powerpoint/2010/main" val="1661060634"/>
      </p:ext>
    </p:extLst>
  </p:cSld>
</p:sld>
</file>

<file path=ppt/slides/slide2.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3A4EDA8B-CA0D-4D4A-86F1-7E15100E6186}"/>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75" b="1">
                <a:solidFill>
                  <a:srgbClr val="17342F"/>
                </a:solidFill>
                <a:latin typeface="Arial"/>
                <a:ea typeface="Arial"/>
                <a:cs typeface="Arial"/>
              </a:defRPr>
            </a:defPPr>
            <a:lvl1pPr algn="l">
              <a:defRPr sz="3375" b="1">
                <a:solidFill>
                  <a:srgbClr val="17342F"/>
                </a:solidFill>
                <a:latin typeface="Arial"/>
                <a:ea typeface="Arial"/>
                <a:cs typeface="Arial"/>
              </a:defRPr>
            </a:lvl1pPr>
            <a:lvl2pPr algn="l">
              <a:defRPr sz="3375" b="1">
                <a:solidFill>
                  <a:srgbClr val="17342F"/>
                </a:solidFill>
                <a:latin typeface="Arial"/>
                <a:ea typeface="Arial"/>
                <a:cs typeface="Arial"/>
              </a:defRPr>
            </a:lvl2pPr>
            <a:lvl3pPr algn="l">
              <a:defRPr sz="3375" b="1">
                <a:solidFill>
                  <a:srgbClr val="17342F"/>
                </a:solidFill>
                <a:latin typeface="Arial"/>
                <a:ea typeface="Arial"/>
                <a:cs typeface="Arial"/>
              </a:defRPr>
            </a:lvl3pPr>
            <a:lvl4pPr algn="l">
              <a:defRPr sz="3375" b="1">
                <a:solidFill>
                  <a:srgbClr val="17342F"/>
                </a:solidFill>
                <a:latin typeface="Arial"/>
                <a:ea typeface="Arial"/>
                <a:cs typeface="Arial"/>
              </a:defRPr>
            </a:lvl4pPr>
            <a:lvl5pPr algn="l">
              <a:defRPr sz="3375" b="1">
                <a:solidFill>
                  <a:srgbClr val="17342F"/>
                </a:solidFill>
                <a:latin typeface="Arial"/>
                <a:ea typeface="Arial"/>
                <a:cs typeface="Arial"/>
              </a:defRPr>
            </a:lvl5pPr>
            <a:lvl6pPr algn="l">
              <a:defRPr sz="3375" b="1">
                <a:solidFill>
                  <a:srgbClr val="17342F"/>
                </a:solidFill>
                <a:latin typeface="Arial"/>
                <a:ea typeface="Arial"/>
                <a:cs typeface="Arial"/>
              </a:defRPr>
            </a:lvl6pPr>
            <a:lvl7pPr algn="l">
              <a:defRPr sz="3375" b="1">
                <a:solidFill>
                  <a:srgbClr val="17342F"/>
                </a:solidFill>
                <a:latin typeface="Arial"/>
                <a:ea typeface="Arial"/>
                <a:cs typeface="Arial"/>
              </a:defRPr>
            </a:lvl7pPr>
            <a:lvl8pPr algn="l">
              <a:defRPr sz="3375" b="1">
                <a:solidFill>
                  <a:srgbClr val="17342F"/>
                </a:solidFill>
                <a:latin typeface="Arial"/>
                <a:ea typeface="Arial"/>
                <a:cs typeface="Arial"/>
              </a:defRPr>
            </a:lvl8pPr>
            <a:lvl9pPr algn="l">
              <a:defRPr sz="3375" b="1">
                <a:solidFill>
                  <a:srgbClr val="17342F"/>
                </a:solidFill>
                <a:latin typeface="Arial"/>
                <a:ea typeface="Arial"/>
                <a:cs typeface="Arial"/>
              </a:defRPr>
            </a:lvl9pPr>
          </a:lstStyle>
          <a:p xmlns:a="http://schemas.openxmlformats.org/drawingml/2006/main">
            <a:pPr algn="l">
              <a:defRPr sz="3375" b="1">
                <a:solidFill>
                  <a:srgbClr val="17342F"/>
                </a:solidFill>
                <a:latin typeface="Arial"/>
                <a:ea typeface="Arial"/>
                <a:cs typeface="Arial"/>
              </a:defRPr>
            </a:pPr>
            <a:r>
              <a:rPr sz="3375" b="1">
                <a:solidFill>
                  <a:srgbClr val="17342F"/>
                </a:solidFill>
                <a:latin typeface="Arial"/>
                <a:ea typeface="Arial"/>
                <a:cs typeface="Arial"/>
              </a:rPr>
              <a:t>Before and masked output</a:t>
            </a:r>
          </a:p>
        </p:txBody>
      </p:sp>
      <p:sp>
        <p:nvSpPr>
          <p:cNvPr id="2" name="slide-subtitle">
            <a:extLst xmlns:a="http://schemas.openxmlformats.org/drawingml/2006/main">
              <a:ext uri="{FF2B5EF4-FFF2-40B4-BE49-F238E27FC236}">
                <a16:creationId xmlns:a16="http://schemas.microsoft.com/office/drawing/2014/main" id="{87090583-B754-4E28-99F4-537F41F0C663}"/>
              </a:ext>
            </a:extLst>
          </p:cNvPr>
          <p:cNvSpPr>
            <a:spLocks xmlns:a="http://schemas.openxmlformats.org/drawingml/2006/main" noGrp="1"/>
          </p:cNvSpPr>
          <p:nvPr/>
        </p:nvSpPr>
        <p:spPr>
          <a:xfrm xmlns:a="http://schemas.openxmlformats.org/drawingml/2006/main">
            <a:off x="628650" y="952500"/>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a:solidFill>
                  <a:srgbClr val="5D716A"/>
                </a:solidFill>
                <a:latin typeface="Arial"/>
                <a:ea typeface="Arial"/>
                <a:cs typeface="Arial"/>
              </a:defRPr>
            </a:defPPr>
            <a:lvl1pPr algn="l">
              <a:defRPr sz="1500">
                <a:solidFill>
                  <a:srgbClr val="5D716A"/>
                </a:solidFill>
                <a:latin typeface="Arial"/>
                <a:ea typeface="Arial"/>
                <a:cs typeface="Arial"/>
              </a:defRPr>
            </a:lvl1pPr>
            <a:lvl2pPr algn="l">
              <a:defRPr sz="1500">
                <a:solidFill>
                  <a:srgbClr val="5D716A"/>
                </a:solidFill>
                <a:latin typeface="Arial"/>
                <a:ea typeface="Arial"/>
                <a:cs typeface="Arial"/>
              </a:defRPr>
            </a:lvl2pPr>
            <a:lvl3pPr algn="l">
              <a:defRPr sz="1500">
                <a:solidFill>
                  <a:srgbClr val="5D716A"/>
                </a:solidFill>
                <a:latin typeface="Arial"/>
                <a:ea typeface="Arial"/>
                <a:cs typeface="Arial"/>
              </a:defRPr>
            </a:lvl3pPr>
            <a:lvl4pPr algn="l">
              <a:defRPr sz="1500">
                <a:solidFill>
                  <a:srgbClr val="5D716A"/>
                </a:solidFill>
                <a:latin typeface="Arial"/>
                <a:ea typeface="Arial"/>
                <a:cs typeface="Arial"/>
              </a:defRPr>
            </a:lvl4pPr>
            <a:lvl5pPr algn="l">
              <a:defRPr sz="1500">
                <a:solidFill>
                  <a:srgbClr val="5D716A"/>
                </a:solidFill>
                <a:latin typeface="Arial"/>
                <a:ea typeface="Arial"/>
                <a:cs typeface="Arial"/>
              </a:defRPr>
            </a:lvl5pPr>
            <a:lvl6pPr algn="l">
              <a:defRPr sz="1500">
                <a:solidFill>
                  <a:srgbClr val="5D716A"/>
                </a:solidFill>
                <a:latin typeface="Arial"/>
                <a:ea typeface="Arial"/>
                <a:cs typeface="Arial"/>
              </a:defRPr>
            </a:lvl6pPr>
            <a:lvl7pPr algn="l">
              <a:defRPr sz="1500">
                <a:solidFill>
                  <a:srgbClr val="5D716A"/>
                </a:solidFill>
                <a:latin typeface="Arial"/>
                <a:ea typeface="Arial"/>
                <a:cs typeface="Arial"/>
              </a:defRPr>
            </a:lvl7pPr>
            <a:lvl8pPr algn="l">
              <a:defRPr sz="1500">
                <a:solidFill>
                  <a:srgbClr val="5D716A"/>
                </a:solidFill>
                <a:latin typeface="Arial"/>
                <a:ea typeface="Arial"/>
                <a:cs typeface="Arial"/>
              </a:defRPr>
            </a:lvl8pPr>
            <a:lvl9pPr algn="l">
              <a:defRPr sz="1500">
                <a:solidFill>
                  <a:srgbClr val="5D716A"/>
                </a:solidFill>
                <a:latin typeface="Arial"/>
                <a:ea typeface="Arial"/>
                <a:cs typeface="Arial"/>
              </a:defRPr>
            </a:lvl9pPr>
          </a:lstStyle>
          <a:p xmlns:a="http://schemas.openxmlformats.org/drawingml/2006/main">
            <a:pPr algn="l">
              <a:defRPr sz="1500">
                <a:solidFill>
                  <a:srgbClr val="5D716A"/>
                </a:solidFill>
                <a:latin typeface="Arial"/>
                <a:ea typeface="Arial"/>
                <a:cs typeface="Arial"/>
              </a:defRPr>
            </a:pPr>
            <a:r>
              <a:rPr sz="1500">
                <a:solidFill>
                  <a:srgbClr val="5D716A"/>
                </a:solidFill>
                <a:latin typeface="Arial"/>
                <a:ea typeface="Arial"/>
                <a:cs typeface="Arial"/>
              </a:rPr>
              <a:t>Two sample captures processed by the current local pipeline.</a:t>
            </a:r>
          </a:p>
        </p:txBody>
      </p:sp>
      <p:sp>
        <p:nvSpPr>
          <p:cNvPr id="3" name="single-card-heading">
            <a:extLst xmlns:a="http://schemas.openxmlformats.org/drawingml/2006/main">
              <a:ext uri="{FF2B5EF4-FFF2-40B4-BE49-F238E27FC236}">
                <a16:creationId xmlns:a16="http://schemas.microsoft.com/office/drawing/2014/main" id="{5CB758DF-5E4D-4978-807B-03506B3352F6}"/>
              </a:ext>
            </a:extLst>
          </p:cNvPr>
          <p:cNvSpPr>
            <a:spLocks xmlns:a="http://schemas.openxmlformats.org/drawingml/2006/main" noGrp="1"/>
          </p:cNvSpPr>
          <p:nvPr/>
        </p:nvSpPr>
        <p:spPr>
          <a:xfrm xmlns:a="http://schemas.openxmlformats.org/drawingml/2006/main">
            <a:off x="609600" y="1466850"/>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6B4D"/>
                </a:solidFill>
                <a:latin typeface="Arial"/>
                <a:ea typeface="Arial"/>
                <a:cs typeface="Arial"/>
              </a:defRPr>
            </a:defPPr>
            <a:lvl1pPr algn="l">
              <a:defRPr sz="1425" b="1">
                <a:solidFill>
                  <a:srgbClr val="206B4D"/>
                </a:solidFill>
                <a:latin typeface="Arial"/>
                <a:ea typeface="Arial"/>
                <a:cs typeface="Arial"/>
              </a:defRPr>
            </a:lvl1pPr>
            <a:lvl2pPr algn="l">
              <a:defRPr sz="1425" b="1">
                <a:solidFill>
                  <a:srgbClr val="206B4D"/>
                </a:solidFill>
                <a:latin typeface="Arial"/>
                <a:ea typeface="Arial"/>
                <a:cs typeface="Arial"/>
              </a:defRPr>
            </a:lvl2pPr>
            <a:lvl3pPr algn="l">
              <a:defRPr sz="1425" b="1">
                <a:solidFill>
                  <a:srgbClr val="206B4D"/>
                </a:solidFill>
                <a:latin typeface="Arial"/>
                <a:ea typeface="Arial"/>
                <a:cs typeface="Arial"/>
              </a:defRPr>
            </a:lvl3pPr>
            <a:lvl4pPr algn="l">
              <a:defRPr sz="1425" b="1">
                <a:solidFill>
                  <a:srgbClr val="206B4D"/>
                </a:solidFill>
                <a:latin typeface="Arial"/>
                <a:ea typeface="Arial"/>
                <a:cs typeface="Arial"/>
              </a:defRPr>
            </a:lvl4pPr>
            <a:lvl5pPr algn="l">
              <a:defRPr sz="1425" b="1">
                <a:solidFill>
                  <a:srgbClr val="206B4D"/>
                </a:solidFill>
                <a:latin typeface="Arial"/>
                <a:ea typeface="Arial"/>
                <a:cs typeface="Arial"/>
              </a:defRPr>
            </a:lvl5pPr>
            <a:lvl6pPr algn="l">
              <a:defRPr sz="1425" b="1">
                <a:solidFill>
                  <a:srgbClr val="206B4D"/>
                </a:solidFill>
                <a:latin typeface="Arial"/>
                <a:ea typeface="Arial"/>
                <a:cs typeface="Arial"/>
              </a:defRPr>
            </a:lvl6pPr>
            <a:lvl7pPr algn="l">
              <a:defRPr sz="1425" b="1">
                <a:solidFill>
                  <a:srgbClr val="206B4D"/>
                </a:solidFill>
                <a:latin typeface="Arial"/>
                <a:ea typeface="Arial"/>
                <a:cs typeface="Arial"/>
              </a:defRPr>
            </a:lvl7pPr>
            <a:lvl8pPr algn="l">
              <a:defRPr sz="1425" b="1">
                <a:solidFill>
                  <a:srgbClr val="206B4D"/>
                </a:solidFill>
                <a:latin typeface="Arial"/>
                <a:ea typeface="Arial"/>
                <a:cs typeface="Arial"/>
              </a:defRPr>
            </a:lvl8pPr>
            <a:lvl9pPr algn="l">
              <a:defRPr sz="1425" b="1">
                <a:solidFill>
                  <a:srgbClr val="206B4D"/>
                </a:solidFill>
                <a:latin typeface="Arial"/>
                <a:ea typeface="Arial"/>
                <a:cs typeface="Arial"/>
              </a:defRPr>
            </a:lvl9pPr>
          </a:lstStyle>
          <a:p xmlns:a="http://schemas.openxmlformats.org/drawingml/2006/main">
            <a:pPr algn="l">
              <a:defRPr sz="1425" b="1">
                <a:solidFill>
                  <a:srgbClr val="206B4D"/>
                </a:solidFill>
                <a:latin typeface="Arial"/>
                <a:ea typeface="Arial"/>
                <a:cs typeface="Arial"/>
              </a:defRPr>
            </a:pPr>
            <a:r>
              <a:rPr sz="1425" b="1">
                <a:solidFill>
                  <a:srgbClr val="206B4D"/>
                </a:solidFill>
                <a:latin typeface="Arial"/>
                <a:ea typeface="Arial"/>
                <a:cs typeface="Arial"/>
              </a:rPr>
              <a:t>01  SINGLE CARD PHOTO</a:t>
            </a:r>
          </a:p>
        </p:txBody>
      </p:sp>
      <p:sp>
        <p:nvSpPr>
          <p:cNvPr id="4" name="single-card-before-label">
            <a:extLst xmlns:a="http://schemas.openxmlformats.org/drawingml/2006/main">
              <a:ext uri="{FF2B5EF4-FFF2-40B4-BE49-F238E27FC236}">
                <a16:creationId xmlns:a16="http://schemas.microsoft.com/office/drawing/2014/main" id="{48A2E3BD-204F-4B1B-9115-56BE05C0D829}"/>
              </a:ext>
            </a:extLst>
          </p:cNvPr>
          <p:cNvSpPr>
            <a:spLocks xmlns:a="http://schemas.openxmlformats.org/drawingml/2006/main" noGrp="1"/>
          </p:cNvSpPr>
          <p:nvPr/>
        </p:nvSpPr>
        <p:spPr>
          <a:xfrm xmlns:a="http://schemas.openxmlformats.org/drawingml/2006/main">
            <a:off x="762000" y="180975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BEFORE  ·  ORIGINAL</a:t>
            </a:r>
          </a:p>
        </p:txBody>
      </p:sp>
      <p:sp>
        <p:nvSpPr>
          <p:cNvPr id="5" name="single-card-after-label">
            <a:extLst xmlns:a="http://schemas.openxmlformats.org/drawingml/2006/main">
              <a:ext uri="{FF2B5EF4-FFF2-40B4-BE49-F238E27FC236}">
                <a16:creationId xmlns:a16="http://schemas.microsoft.com/office/drawing/2014/main" id="{B16CD6A0-6889-4CF7-A87A-84173F97B37F}"/>
              </a:ext>
            </a:extLst>
          </p:cNvPr>
          <p:cNvSpPr>
            <a:spLocks xmlns:a="http://schemas.openxmlformats.org/drawingml/2006/main" noGrp="1"/>
          </p:cNvSpPr>
          <p:nvPr/>
        </p:nvSpPr>
        <p:spPr>
          <a:xfrm xmlns:a="http://schemas.openxmlformats.org/drawingml/2006/main">
            <a:off x="3619500" y="180975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AFTER  ·  MASKED COPY</a:t>
            </a:r>
          </a:p>
        </p:txBody>
      </p:sp>
      <p:sp>
        <p:nvSpPr>
          <p:cNvPr id="6" name="single-card-before-frame">
            <a:extLst xmlns:a="http://schemas.openxmlformats.org/drawingml/2006/main">
              <a:ext uri="{FF2B5EF4-FFF2-40B4-BE49-F238E27FC236}">
                <a16:creationId xmlns:a16="http://schemas.microsoft.com/office/drawing/2014/main" id="{EA507D54-DD75-4B12-90BB-99DB2E3F4ACD}"/>
              </a:ext>
            </a:extLst>
          </p:cNvPr>
          <p:cNvSpPr>
            <a:spLocks xmlns:a="http://schemas.openxmlformats.org/drawingml/2006/main" noGrp="1"/>
          </p:cNvSpPr>
          <p:nvPr/>
        </p:nvSpPr>
        <p:spPr>
          <a:xfrm xmlns:a="http://schemas.openxmlformats.org/drawingml/2006/main">
            <a:off x="762000" y="2133600"/>
            <a:ext cx="2114550" cy="226695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11430">
            <a:solidFill>
              <a:srgbClr val="D5E2D9"/>
            </a:solidFill>
            <a:prstDash val="solid"/>
          </a:ln>
        </p:spPr>
      </p:sp>
      <p:pic>
        <p:nvPicPr>
          <p:cNvPr id="7" name="">
            <a:extLst xmlns:a="http://schemas.openxmlformats.org/drawingml/2006/main">
              <a:ext uri="{FF2B5EF4-FFF2-40B4-BE49-F238E27FC236}">
                <a16:creationId xmlns:a16="http://schemas.microsoft.com/office/drawing/2014/main" id="{9EDE6AD4-CF71-455D-B9C2-CF621DD45EE0}"/>
              </a:ext>
            </a:extLst>
          </p:cNvPr>
          <p:cNvPicPr>
            <a:picLocks xmlns:a="http://schemas.openxmlformats.org/drawingml/2006/main" noChangeAspect="1"/>
          </p:cNvPicPr>
          <p:nvPr/>
        </p:nvPicPr>
        <p:blipFill>
          <a:blip xmlns:r="http://schemas.openxmlformats.org/officeDocument/2006/relationships" xmlns:a="http://schemas.openxmlformats.org/drawingml/2006/main" r:embed="R9ba56bb8e0c64a4c"/>
          <a:stretch xmlns:a="http://schemas.openxmlformats.org/drawingml/2006/main"/>
        </p:blipFill>
        <p:spPr>
          <a:xfrm xmlns:a="http://schemas.openxmlformats.org/drawingml/2006/main">
            <a:off x="809625" y="2474424"/>
            <a:ext cx="2019300" cy="1585301"/>
          </a:xfrm>
          <a:prstGeom xmlns:a="http://schemas.openxmlformats.org/drawingml/2006/main" prst="roundRect">
            <a:avLst>
              <a:gd name="adj" fmla="val 3302"/>
            </a:avLst>
          </a:prstGeom>
        </p:spPr>
      </p:pic>
      <p:sp>
        <p:nvSpPr>
          <p:cNvPr id="8" name="single-card-arrow">
            <a:extLst xmlns:a="http://schemas.openxmlformats.org/drawingml/2006/main">
              <a:ext uri="{FF2B5EF4-FFF2-40B4-BE49-F238E27FC236}">
                <a16:creationId xmlns:a16="http://schemas.microsoft.com/office/drawing/2014/main" id="{9345A514-A340-449C-8B9D-612D42B44971}"/>
              </a:ext>
            </a:extLst>
          </p:cNvPr>
          <p:cNvSpPr>
            <a:spLocks xmlns:a="http://schemas.openxmlformats.org/drawingml/2006/main" noGrp="1"/>
          </p:cNvSpPr>
          <p:nvPr/>
        </p:nvSpPr>
        <p:spPr>
          <a:xfrm xmlns:a="http://schemas.openxmlformats.org/drawingml/2006/main">
            <a:off x="3143250" y="3143250"/>
            <a:ext cx="323850" cy="228600"/>
          </a:xfrm>
          <a:prstGeom xmlns:a="http://schemas.openxmlformats.org/drawingml/2006/main" prst="rightArrow">
            <a:avLst/>
          </a:prstGeom>
          <a:solidFill xmlns:a="http://schemas.openxmlformats.org/drawingml/2006/main">
            <a:srgbClr val="16844C"/>
          </a:solidFill>
          <a:ln xmlns:a="http://schemas.openxmlformats.org/drawingml/2006/main" w="0">
            <a:noFill/>
            <a:prstDash val="solid"/>
          </a:ln>
        </p:spPr>
      </p:sp>
      <p:sp>
        <p:nvSpPr>
          <p:cNvPr id="9" name="single-card-after-frame">
            <a:extLst xmlns:a="http://schemas.openxmlformats.org/drawingml/2006/main">
              <a:ext uri="{FF2B5EF4-FFF2-40B4-BE49-F238E27FC236}">
                <a16:creationId xmlns:a16="http://schemas.microsoft.com/office/drawing/2014/main" id="{03D49EAA-678D-4D1D-A3A9-A6D808820EE7}"/>
              </a:ext>
            </a:extLst>
          </p:cNvPr>
          <p:cNvSpPr>
            <a:spLocks xmlns:a="http://schemas.openxmlformats.org/drawingml/2006/main" noGrp="1"/>
          </p:cNvSpPr>
          <p:nvPr/>
        </p:nvSpPr>
        <p:spPr>
          <a:xfrm xmlns:a="http://schemas.openxmlformats.org/drawingml/2006/main">
            <a:off x="3619500" y="2133600"/>
            <a:ext cx="2114550" cy="226695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11430">
            <a:solidFill>
              <a:srgbClr val="D5E2D9"/>
            </a:solidFill>
            <a:prstDash val="solid"/>
          </a:ln>
        </p:spPr>
      </p:sp>
      <p:pic>
        <p:nvPicPr>
          <p:cNvPr id="10" name="">
            <a:extLst xmlns:a="http://schemas.openxmlformats.org/drawingml/2006/main">
              <a:ext uri="{FF2B5EF4-FFF2-40B4-BE49-F238E27FC236}">
                <a16:creationId xmlns:a16="http://schemas.microsoft.com/office/drawing/2014/main" id="{47F81A15-B45F-4223-9D76-F77AB08DB4DF}"/>
              </a:ext>
            </a:extLst>
          </p:cNvPr>
          <p:cNvPicPr>
            <a:picLocks xmlns:a="http://schemas.openxmlformats.org/drawingml/2006/main" noChangeAspect="1"/>
          </p:cNvPicPr>
          <p:nvPr/>
        </p:nvPicPr>
        <p:blipFill>
          <a:blip xmlns:r="http://schemas.openxmlformats.org/officeDocument/2006/relationships" xmlns:a="http://schemas.openxmlformats.org/drawingml/2006/main" r:embed="R649a47a69b724823"/>
          <a:stretch xmlns:a="http://schemas.openxmlformats.org/drawingml/2006/main"/>
        </p:blipFill>
        <p:spPr>
          <a:xfrm xmlns:a="http://schemas.openxmlformats.org/drawingml/2006/main">
            <a:off x="3667125" y="2474780"/>
            <a:ext cx="2019300" cy="1584590"/>
          </a:xfrm>
          <a:prstGeom xmlns:a="http://schemas.openxmlformats.org/drawingml/2006/main" prst="roundRect">
            <a:avLst>
              <a:gd name="adj" fmla="val 3302"/>
            </a:avLst>
          </a:prstGeom>
        </p:spPr>
      </p:pic>
      <p:sp>
        <p:nvSpPr>
          <p:cNvPr id="11" name="single-card-score">
            <a:extLst xmlns:a="http://schemas.openxmlformats.org/drawingml/2006/main">
              <a:ext uri="{FF2B5EF4-FFF2-40B4-BE49-F238E27FC236}">
                <a16:creationId xmlns:a16="http://schemas.microsoft.com/office/drawing/2014/main" id="{093C86F0-930E-4016-A812-7CDAB7A1CA4A}"/>
              </a:ext>
            </a:extLst>
          </p:cNvPr>
          <p:cNvSpPr>
            <a:spLocks xmlns:a="http://schemas.openxmlformats.org/drawingml/2006/main" noGrp="1"/>
          </p:cNvSpPr>
          <p:nvPr/>
        </p:nvSpPr>
        <p:spPr>
          <a:xfrm xmlns:a="http://schemas.openxmlformats.org/drawingml/2006/main">
            <a:off x="3619500" y="453390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6B4D"/>
                </a:solidFill>
                <a:latin typeface="Arial"/>
                <a:ea typeface="Arial"/>
                <a:cs typeface="Arial"/>
              </a:defRPr>
            </a:defPPr>
            <a:lvl1pPr algn="l">
              <a:defRPr sz="1425" b="1">
                <a:solidFill>
                  <a:srgbClr val="206B4D"/>
                </a:solidFill>
                <a:latin typeface="Arial"/>
                <a:ea typeface="Arial"/>
                <a:cs typeface="Arial"/>
              </a:defRPr>
            </a:lvl1pPr>
            <a:lvl2pPr algn="l">
              <a:defRPr sz="1425" b="1">
                <a:solidFill>
                  <a:srgbClr val="206B4D"/>
                </a:solidFill>
                <a:latin typeface="Arial"/>
                <a:ea typeface="Arial"/>
                <a:cs typeface="Arial"/>
              </a:defRPr>
            </a:lvl2pPr>
            <a:lvl3pPr algn="l">
              <a:defRPr sz="1425" b="1">
                <a:solidFill>
                  <a:srgbClr val="206B4D"/>
                </a:solidFill>
                <a:latin typeface="Arial"/>
                <a:ea typeface="Arial"/>
                <a:cs typeface="Arial"/>
              </a:defRPr>
            </a:lvl3pPr>
            <a:lvl4pPr algn="l">
              <a:defRPr sz="1425" b="1">
                <a:solidFill>
                  <a:srgbClr val="206B4D"/>
                </a:solidFill>
                <a:latin typeface="Arial"/>
                <a:ea typeface="Arial"/>
                <a:cs typeface="Arial"/>
              </a:defRPr>
            </a:lvl4pPr>
            <a:lvl5pPr algn="l">
              <a:defRPr sz="1425" b="1">
                <a:solidFill>
                  <a:srgbClr val="206B4D"/>
                </a:solidFill>
                <a:latin typeface="Arial"/>
                <a:ea typeface="Arial"/>
                <a:cs typeface="Arial"/>
              </a:defRPr>
            </a:lvl5pPr>
            <a:lvl6pPr algn="l">
              <a:defRPr sz="1425" b="1">
                <a:solidFill>
                  <a:srgbClr val="206B4D"/>
                </a:solidFill>
                <a:latin typeface="Arial"/>
                <a:ea typeface="Arial"/>
                <a:cs typeface="Arial"/>
              </a:defRPr>
            </a:lvl6pPr>
            <a:lvl7pPr algn="l">
              <a:defRPr sz="1425" b="1">
                <a:solidFill>
                  <a:srgbClr val="206B4D"/>
                </a:solidFill>
                <a:latin typeface="Arial"/>
                <a:ea typeface="Arial"/>
                <a:cs typeface="Arial"/>
              </a:defRPr>
            </a:lvl7pPr>
            <a:lvl8pPr algn="l">
              <a:defRPr sz="1425" b="1">
                <a:solidFill>
                  <a:srgbClr val="206B4D"/>
                </a:solidFill>
                <a:latin typeface="Arial"/>
                <a:ea typeface="Arial"/>
                <a:cs typeface="Arial"/>
              </a:defRPr>
            </a:lvl8pPr>
            <a:lvl9pPr algn="l">
              <a:defRPr sz="1425" b="1">
                <a:solidFill>
                  <a:srgbClr val="206B4D"/>
                </a:solidFill>
                <a:latin typeface="Arial"/>
                <a:ea typeface="Arial"/>
                <a:cs typeface="Arial"/>
              </a:defRPr>
            </a:lvl9pPr>
          </a:lstStyle>
          <a:p xmlns:a="http://schemas.openxmlformats.org/drawingml/2006/main">
            <a:pPr algn="l">
              <a:defRPr sz="1425" b="1">
                <a:solidFill>
                  <a:srgbClr val="206B4D"/>
                </a:solidFill>
                <a:latin typeface="Arial"/>
                <a:ea typeface="Arial"/>
                <a:cs typeface="Arial"/>
              </a:defRPr>
            </a:pPr>
            <a:r>
              <a:rPr sz="1425" b="1">
                <a:solidFill>
                  <a:srgbClr val="206B4D"/>
                </a:solidFill>
                <a:latin typeface="Arial"/>
                <a:ea typeface="Arial"/>
                <a:cs typeface="Arial"/>
              </a:rPr>
              <a:t>Pipeline score  76 / 100</a:t>
            </a:r>
          </a:p>
        </p:txBody>
      </p:sp>
      <p:sp>
        <p:nvSpPr>
          <p:cNvPr id="12" name="single-card-caption">
            <a:extLst xmlns:a="http://schemas.openxmlformats.org/drawingml/2006/main">
              <a:ext uri="{FF2B5EF4-FFF2-40B4-BE49-F238E27FC236}">
                <a16:creationId xmlns:a16="http://schemas.microsoft.com/office/drawing/2014/main" id="{3A6C3C46-C565-4CDE-B710-0CAE9DCEDC24}"/>
              </a:ext>
            </a:extLst>
          </p:cNvPr>
          <p:cNvSpPr>
            <a:spLocks xmlns:a="http://schemas.openxmlformats.org/drawingml/2006/main" noGrp="1"/>
          </p:cNvSpPr>
          <p:nvPr/>
        </p:nvSpPr>
        <p:spPr>
          <a:xfrm xmlns:a="http://schemas.openxmlformats.org/drawingml/2006/main">
            <a:off x="762000" y="48577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17342F"/>
                </a:solidFill>
                <a:latin typeface="Arial"/>
                <a:ea typeface="Arial"/>
                <a:cs typeface="Arial"/>
              </a:defRPr>
            </a:defPPr>
            <a:lvl1pPr algn="l">
              <a:defRPr sz="1350">
                <a:solidFill>
                  <a:srgbClr val="17342F"/>
                </a:solidFill>
                <a:latin typeface="Arial"/>
                <a:ea typeface="Arial"/>
                <a:cs typeface="Arial"/>
              </a:defRPr>
            </a:lvl1pPr>
            <a:lvl2pPr algn="l">
              <a:defRPr sz="1350">
                <a:solidFill>
                  <a:srgbClr val="17342F"/>
                </a:solidFill>
                <a:latin typeface="Arial"/>
                <a:ea typeface="Arial"/>
                <a:cs typeface="Arial"/>
              </a:defRPr>
            </a:lvl2pPr>
            <a:lvl3pPr algn="l">
              <a:defRPr sz="1350">
                <a:solidFill>
                  <a:srgbClr val="17342F"/>
                </a:solidFill>
                <a:latin typeface="Arial"/>
                <a:ea typeface="Arial"/>
                <a:cs typeface="Arial"/>
              </a:defRPr>
            </a:lvl3pPr>
            <a:lvl4pPr algn="l">
              <a:defRPr sz="1350">
                <a:solidFill>
                  <a:srgbClr val="17342F"/>
                </a:solidFill>
                <a:latin typeface="Arial"/>
                <a:ea typeface="Arial"/>
                <a:cs typeface="Arial"/>
              </a:defRPr>
            </a:lvl4pPr>
            <a:lvl5pPr algn="l">
              <a:defRPr sz="1350">
                <a:solidFill>
                  <a:srgbClr val="17342F"/>
                </a:solidFill>
                <a:latin typeface="Arial"/>
                <a:ea typeface="Arial"/>
                <a:cs typeface="Arial"/>
              </a:defRPr>
            </a:lvl5pPr>
            <a:lvl6pPr algn="l">
              <a:defRPr sz="1350">
                <a:solidFill>
                  <a:srgbClr val="17342F"/>
                </a:solidFill>
                <a:latin typeface="Arial"/>
                <a:ea typeface="Arial"/>
                <a:cs typeface="Arial"/>
              </a:defRPr>
            </a:lvl6pPr>
            <a:lvl7pPr algn="l">
              <a:defRPr sz="1350">
                <a:solidFill>
                  <a:srgbClr val="17342F"/>
                </a:solidFill>
                <a:latin typeface="Arial"/>
                <a:ea typeface="Arial"/>
                <a:cs typeface="Arial"/>
              </a:defRPr>
            </a:lvl7pPr>
            <a:lvl8pPr algn="l">
              <a:defRPr sz="1350">
                <a:solidFill>
                  <a:srgbClr val="17342F"/>
                </a:solidFill>
                <a:latin typeface="Arial"/>
                <a:ea typeface="Arial"/>
                <a:cs typeface="Arial"/>
              </a:defRPr>
            </a:lvl8pPr>
            <a:lvl9pPr algn="l">
              <a:defRPr sz="1350">
                <a:solidFill>
                  <a:srgbClr val="17342F"/>
                </a:solidFill>
                <a:latin typeface="Arial"/>
                <a:ea typeface="Arial"/>
                <a:cs typeface="Arial"/>
              </a:defRPr>
            </a:lvl9pPr>
          </a:lstStyle>
          <a:p xmlns:a="http://schemas.openxmlformats.org/drawingml/2006/main">
            <a:pPr algn="l">
              <a:defRPr sz="1350">
                <a:solidFill>
                  <a:srgbClr val="17342F"/>
                </a:solidFill>
                <a:latin typeface="Arial"/>
                <a:ea typeface="Arial"/>
                <a:cs typeface="Arial"/>
              </a:defRPr>
            </a:pPr>
            <a:r>
              <a:rPr sz="1350">
                <a:solidFill>
                  <a:srgbClr val="17342F"/>
                </a:solidFill>
                <a:latin typeface="Arial"/>
                <a:ea typeface="Arial"/>
                <a:cs typeface="Arial"/>
              </a:rPr>
              <a:t>One Aadhaar document · one number line redacted</a:t>
            </a:r>
          </a:p>
        </p:txBody>
      </p:sp>
      <p:sp>
        <p:nvSpPr>
          <p:cNvPr id="13" name="mixed-capture-heading">
            <a:extLst xmlns:a="http://schemas.openxmlformats.org/drawingml/2006/main">
              <a:ext uri="{FF2B5EF4-FFF2-40B4-BE49-F238E27FC236}">
                <a16:creationId xmlns:a16="http://schemas.microsoft.com/office/drawing/2014/main" id="{1AC657D5-7513-4CE5-87F8-129F48A31233}"/>
              </a:ext>
            </a:extLst>
          </p:cNvPr>
          <p:cNvSpPr>
            <a:spLocks xmlns:a="http://schemas.openxmlformats.org/drawingml/2006/main" noGrp="1"/>
          </p:cNvSpPr>
          <p:nvPr/>
        </p:nvSpPr>
        <p:spPr>
          <a:xfrm xmlns:a="http://schemas.openxmlformats.org/drawingml/2006/main">
            <a:off x="6248400" y="1466850"/>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6B4D"/>
                </a:solidFill>
                <a:latin typeface="Arial"/>
                <a:ea typeface="Arial"/>
                <a:cs typeface="Arial"/>
              </a:defRPr>
            </a:defPPr>
            <a:lvl1pPr algn="l">
              <a:defRPr sz="1425" b="1">
                <a:solidFill>
                  <a:srgbClr val="206B4D"/>
                </a:solidFill>
                <a:latin typeface="Arial"/>
                <a:ea typeface="Arial"/>
                <a:cs typeface="Arial"/>
              </a:defRPr>
            </a:lvl1pPr>
            <a:lvl2pPr algn="l">
              <a:defRPr sz="1425" b="1">
                <a:solidFill>
                  <a:srgbClr val="206B4D"/>
                </a:solidFill>
                <a:latin typeface="Arial"/>
                <a:ea typeface="Arial"/>
                <a:cs typeface="Arial"/>
              </a:defRPr>
            </a:lvl2pPr>
            <a:lvl3pPr algn="l">
              <a:defRPr sz="1425" b="1">
                <a:solidFill>
                  <a:srgbClr val="206B4D"/>
                </a:solidFill>
                <a:latin typeface="Arial"/>
                <a:ea typeface="Arial"/>
                <a:cs typeface="Arial"/>
              </a:defRPr>
            </a:lvl3pPr>
            <a:lvl4pPr algn="l">
              <a:defRPr sz="1425" b="1">
                <a:solidFill>
                  <a:srgbClr val="206B4D"/>
                </a:solidFill>
                <a:latin typeface="Arial"/>
                <a:ea typeface="Arial"/>
                <a:cs typeface="Arial"/>
              </a:defRPr>
            </a:lvl4pPr>
            <a:lvl5pPr algn="l">
              <a:defRPr sz="1425" b="1">
                <a:solidFill>
                  <a:srgbClr val="206B4D"/>
                </a:solidFill>
                <a:latin typeface="Arial"/>
                <a:ea typeface="Arial"/>
                <a:cs typeface="Arial"/>
              </a:defRPr>
            </a:lvl5pPr>
            <a:lvl6pPr algn="l">
              <a:defRPr sz="1425" b="1">
                <a:solidFill>
                  <a:srgbClr val="206B4D"/>
                </a:solidFill>
                <a:latin typeface="Arial"/>
                <a:ea typeface="Arial"/>
                <a:cs typeface="Arial"/>
              </a:defRPr>
            </a:lvl6pPr>
            <a:lvl7pPr algn="l">
              <a:defRPr sz="1425" b="1">
                <a:solidFill>
                  <a:srgbClr val="206B4D"/>
                </a:solidFill>
                <a:latin typeface="Arial"/>
                <a:ea typeface="Arial"/>
                <a:cs typeface="Arial"/>
              </a:defRPr>
            </a:lvl7pPr>
            <a:lvl8pPr algn="l">
              <a:defRPr sz="1425" b="1">
                <a:solidFill>
                  <a:srgbClr val="206B4D"/>
                </a:solidFill>
                <a:latin typeface="Arial"/>
                <a:ea typeface="Arial"/>
                <a:cs typeface="Arial"/>
              </a:defRPr>
            </a:lvl8pPr>
            <a:lvl9pPr algn="l">
              <a:defRPr sz="1425" b="1">
                <a:solidFill>
                  <a:srgbClr val="206B4D"/>
                </a:solidFill>
                <a:latin typeface="Arial"/>
                <a:ea typeface="Arial"/>
                <a:cs typeface="Arial"/>
              </a:defRPr>
            </a:lvl9pPr>
          </a:lstStyle>
          <a:p xmlns:a="http://schemas.openxmlformats.org/drawingml/2006/main">
            <a:pPr algn="l">
              <a:defRPr sz="1425" b="1">
                <a:solidFill>
                  <a:srgbClr val="206B4D"/>
                </a:solidFill>
                <a:latin typeface="Arial"/>
                <a:ea typeface="Arial"/>
                <a:cs typeface="Arial"/>
              </a:defRPr>
            </a:pPr>
            <a:r>
              <a:rPr sz="1425" b="1">
                <a:solidFill>
                  <a:srgbClr val="206B4D"/>
                </a:solidFill>
                <a:latin typeface="Arial"/>
                <a:ea typeface="Arial"/>
                <a:cs typeface="Arial"/>
              </a:rPr>
              <a:t>02  MIXED CARD SCENE</a:t>
            </a:r>
          </a:p>
        </p:txBody>
      </p:sp>
      <p:sp>
        <p:nvSpPr>
          <p:cNvPr id="14" name="mixed-capture-before-label">
            <a:extLst xmlns:a="http://schemas.openxmlformats.org/drawingml/2006/main">
              <a:ext uri="{FF2B5EF4-FFF2-40B4-BE49-F238E27FC236}">
                <a16:creationId xmlns:a16="http://schemas.microsoft.com/office/drawing/2014/main" id="{E0FE6B3F-073E-4886-B83C-C7B4A410966D}"/>
              </a:ext>
            </a:extLst>
          </p:cNvPr>
          <p:cNvSpPr>
            <a:spLocks xmlns:a="http://schemas.openxmlformats.org/drawingml/2006/main" noGrp="1"/>
          </p:cNvSpPr>
          <p:nvPr/>
        </p:nvSpPr>
        <p:spPr>
          <a:xfrm xmlns:a="http://schemas.openxmlformats.org/drawingml/2006/main">
            <a:off x="6400800" y="180975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BEFORE  ·  ORIGINAL</a:t>
            </a:r>
          </a:p>
        </p:txBody>
      </p:sp>
      <p:sp>
        <p:nvSpPr>
          <p:cNvPr id="15" name="mixed-capture-after-label">
            <a:extLst xmlns:a="http://schemas.openxmlformats.org/drawingml/2006/main">
              <a:ext uri="{FF2B5EF4-FFF2-40B4-BE49-F238E27FC236}">
                <a16:creationId xmlns:a16="http://schemas.microsoft.com/office/drawing/2014/main" id="{7D1ED968-CFF0-4A72-9185-0CAD41296679}"/>
              </a:ext>
            </a:extLst>
          </p:cNvPr>
          <p:cNvSpPr>
            <a:spLocks xmlns:a="http://schemas.openxmlformats.org/drawingml/2006/main" noGrp="1"/>
          </p:cNvSpPr>
          <p:nvPr/>
        </p:nvSpPr>
        <p:spPr>
          <a:xfrm xmlns:a="http://schemas.openxmlformats.org/drawingml/2006/main">
            <a:off x="9258300" y="180975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AFTER  ·  MASKED COPY</a:t>
            </a:r>
          </a:p>
        </p:txBody>
      </p:sp>
      <p:sp>
        <p:nvSpPr>
          <p:cNvPr id="16" name="mixed-capture-before-frame">
            <a:extLst xmlns:a="http://schemas.openxmlformats.org/drawingml/2006/main">
              <a:ext uri="{FF2B5EF4-FFF2-40B4-BE49-F238E27FC236}">
                <a16:creationId xmlns:a16="http://schemas.microsoft.com/office/drawing/2014/main" id="{3B7B57BC-FE3C-456F-B701-E04F780A6854}"/>
              </a:ext>
            </a:extLst>
          </p:cNvPr>
          <p:cNvSpPr>
            <a:spLocks xmlns:a="http://schemas.openxmlformats.org/drawingml/2006/main" noGrp="1"/>
          </p:cNvSpPr>
          <p:nvPr/>
        </p:nvSpPr>
        <p:spPr>
          <a:xfrm xmlns:a="http://schemas.openxmlformats.org/drawingml/2006/main">
            <a:off x="6400800" y="2133600"/>
            <a:ext cx="2114550" cy="226695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11430">
            <a:solidFill>
              <a:srgbClr val="D5E2D9"/>
            </a:solidFill>
            <a:prstDash val="solid"/>
          </a:ln>
        </p:spPr>
      </p:sp>
      <p:pic>
        <p:nvPicPr>
          <p:cNvPr id="17" name="">
            <a:extLst xmlns:a="http://schemas.openxmlformats.org/drawingml/2006/main">
              <a:ext uri="{FF2B5EF4-FFF2-40B4-BE49-F238E27FC236}">
                <a16:creationId xmlns:a16="http://schemas.microsoft.com/office/drawing/2014/main" id="{EE9D4FBC-C2CE-40DD-BC7D-9DF78DC13103}"/>
              </a:ext>
            </a:extLst>
          </p:cNvPr>
          <p:cNvPicPr>
            <a:picLocks xmlns:a="http://schemas.openxmlformats.org/drawingml/2006/main" noChangeAspect="1"/>
          </p:cNvPicPr>
          <p:nvPr/>
        </p:nvPicPr>
        <p:blipFill>
          <a:blip xmlns:r="http://schemas.openxmlformats.org/officeDocument/2006/relationships" xmlns:a="http://schemas.openxmlformats.org/drawingml/2006/main" r:embed="R3cb4f4846f7c4994"/>
          <a:stretch xmlns:a="http://schemas.openxmlformats.org/drawingml/2006/main"/>
        </p:blipFill>
        <p:spPr>
          <a:xfrm xmlns:a="http://schemas.openxmlformats.org/drawingml/2006/main">
            <a:off x="6448425" y="2619138"/>
            <a:ext cx="2019300" cy="1295875"/>
          </a:xfrm>
          <a:prstGeom xmlns:a="http://schemas.openxmlformats.org/drawingml/2006/main" prst="roundRect">
            <a:avLst>
              <a:gd name="adj" fmla="val 3302"/>
            </a:avLst>
          </a:prstGeom>
        </p:spPr>
      </p:pic>
      <p:sp>
        <p:nvSpPr>
          <p:cNvPr id="18" name="mixed-capture-arrow">
            <a:extLst xmlns:a="http://schemas.openxmlformats.org/drawingml/2006/main">
              <a:ext uri="{FF2B5EF4-FFF2-40B4-BE49-F238E27FC236}">
                <a16:creationId xmlns:a16="http://schemas.microsoft.com/office/drawing/2014/main" id="{FEA4CD31-A7DC-4DEB-8DE8-906AFAD3FF14}"/>
              </a:ext>
            </a:extLst>
          </p:cNvPr>
          <p:cNvSpPr>
            <a:spLocks xmlns:a="http://schemas.openxmlformats.org/drawingml/2006/main" noGrp="1"/>
          </p:cNvSpPr>
          <p:nvPr/>
        </p:nvSpPr>
        <p:spPr>
          <a:xfrm xmlns:a="http://schemas.openxmlformats.org/drawingml/2006/main">
            <a:off x="8782050" y="3143250"/>
            <a:ext cx="323850" cy="228600"/>
          </a:xfrm>
          <a:prstGeom xmlns:a="http://schemas.openxmlformats.org/drawingml/2006/main" prst="rightArrow">
            <a:avLst/>
          </a:prstGeom>
          <a:solidFill xmlns:a="http://schemas.openxmlformats.org/drawingml/2006/main">
            <a:srgbClr val="16844C"/>
          </a:solidFill>
          <a:ln xmlns:a="http://schemas.openxmlformats.org/drawingml/2006/main" w="0">
            <a:noFill/>
            <a:prstDash val="solid"/>
          </a:ln>
        </p:spPr>
      </p:sp>
      <p:sp>
        <p:nvSpPr>
          <p:cNvPr id="19" name="mixed-capture-after-frame">
            <a:extLst xmlns:a="http://schemas.openxmlformats.org/drawingml/2006/main">
              <a:ext uri="{FF2B5EF4-FFF2-40B4-BE49-F238E27FC236}">
                <a16:creationId xmlns:a16="http://schemas.microsoft.com/office/drawing/2014/main" id="{64ED08B4-242E-448F-A29C-5778A68794B7}"/>
              </a:ext>
            </a:extLst>
          </p:cNvPr>
          <p:cNvSpPr>
            <a:spLocks xmlns:a="http://schemas.openxmlformats.org/drawingml/2006/main" noGrp="1"/>
          </p:cNvSpPr>
          <p:nvPr/>
        </p:nvSpPr>
        <p:spPr>
          <a:xfrm xmlns:a="http://schemas.openxmlformats.org/drawingml/2006/main">
            <a:off x="9258300" y="2133600"/>
            <a:ext cx="2114550" cy="226695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11430">
            <a:solidFill>
              <a:srgbClr val="D5E2D9"/>
            </a:solidFill>
            <a:prstDash val="solid"/>
          </a:ln>
        </p:spPr>
      </p:sp>
      <p:pic>
        <p:nvPicPr>
          <p:cNvPr id="20" name="">
            <a:extLst xmlns:a="http://schemas.openxmlformats.org/drawingml/2006/main">
              <a:ext uri="{FF2B5EF4-FFF2-40B4-BE49-F238E27FC236}">
                <a16:creationId xmlns:a16="http://schemas.microsoft.com/office/drawing/2014/main" id="{B03122EF-5237-4C49-BCBF-9DA59361B680}"/>
              </a:ext>
            </a:extLst>
          </p:cNvPr>
          <p:cNvPicPr>
            <a:picLocks xmlns:a="http://schemas.openxmlformats.org/drawingml/2006/main" noChangeAspect="1"/>
          </p:cNvPicPr>
          <p:nvPr/>
        </p:nvPicPr>
        <p:blipFill>
          <a:blip xmlns:r="http://schemas.openxmlformats.org/officeDocument/2006/relationships" xmlns:a="http://schemas.openxmlformats.org/drawingml/2006/main" r:embed="R583d6837ea96496c"/>
          <a:stretch xmlns:a="http://schemas.openxmlformats.org/drawingml/2006/main"/>
        </p:blipFill>
        <p:spPr>
          <a:xfrm xmlns:a="http://schemas.openxmlformats.org/drawingml/2006/main">
            <a:off x="9305925" y="2613451"/>
            <a:ext cx="2019300" cy="1307247"/>
          </a:xfrm>
          <a:prstGeom xmlns:a="http://schemas.openxmlformats.org/drawingml/2006/main" prst="roundRect">
            <a:avLst>
              <a:gd name="adj" fmla="val 3302"/>
            </a:avLst>
          </a:prstGeom>
        </p:spPr>
      </p:pic>
      <p:sp>
        <p:nvSpPr>
          <p:cNvPr id="21" name="mixed-capture-score">
            <a:extLst xmlns:a="http://schemas.openxmlformats.org/drawingml/2006/main">
              <a:ext uri="{FF2B5EF4-FFF2-40B4-BE49-F238E27FC236}">
                <a16:creationId xmlns:a16="http://schemas.microsoft.com/office/drawing/2014/main" id="{EC86BB4D-D0B2-46BD-8628-CE2AEDA56652}"/>
              </a:ext>
            </a:extLst>
          </p:cNvPr>
          <p:cNvSpPr>
            <a:spLocks xmlns:a="http://schemas.openxmlformats.org/drawingml/2006/main" noGrp="1"/>
          </p:cNvSpPr>
          <p:nvPr/>
        </p:nvSpPr>
        <p:spPr>
          <a:xfrm xmlns:a="http://schemas.openxmlformats.org/drawingml/2006/main">
            <a:off x="9258300" y="453390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6B4D"/>
                </a:solidFill>
                <a:latin typeface="Arial"/>
                <a:ea typeface="Arial"/>
                <a:cs typeface="Arial"/>
              </a:defRPr>
            </a:defPPr>
            <a:lvl1pPr algn="l">
              <a:defRPr sz="1425" b="1">
                <a:solidFill>
                  <a:srgbClr val="206B4D"/>
                </a:solidFill>
                <a:latin typeface="Arial"/>
                <a:ea typeface="Arial"/>
                <a:cs typeface="Arial"/>
              </a:defRPr>
            </a:lvl1pPr>
            <a:lvl2pPr algn="l">
              <a:defRPr sz="1425" b="1">
                <a:solidFill>
                  <a:srgbClr val="206B4D"/>
                </a:solidFill>
                <a:latin typeface="Arial"/>
                <a:ea typeface="Arial"/>
                <a:cs typeface="Arial"/>
              </a:defRPr>
            </a:lvl2pPr>
            <a:lvl3pPr algn="l">
              <a:defRPr sz="1425" b="1">
                <a:solidFill>
                  <a:srgbClr val="206B4D"/>
                </a:solidFill>
                <a:latin typeface="Arial"/>
                <a:ea typeface="Arial"/>
                <a:cs typeface="Arial"/>
              </a:defRPr>
            </a:lvl3pPr>
            <a:lvl4pPr algn="l">
              <a:defRPr sz="1425" b="1">
                <a:solidFill>
                  <a:srgbClr val="206B4D"/>
                </a:solidFill>
                <a:latin typeface="Arial"/>
                <a:ea typeface="Arial"/>
                <a:cs typeface="Arial"/>
              </a:defRPr>
            </a:lvl4pPr>
            <a:lvl5pPr algn="l">
              <a:defRPr sz="1425" b="1">
                <a:solidFill>
                  <a:srgbClr val="206B4D"/>
                </a:solidFill>
                <a:latin typeface="Arial"/>
                <a:ea typeface="Arial"/>
                <a:cs typeface="Arial"/>
              </a:defRPr>
            </a:lvl5pPr>
            <a:lvl6pPr algn="l">
              <a:defRPr sz="1425" b="1">
                <a:solidFill>
                  <a:srgbClr val="206B4D"/>
                </a:solidFill>
                <a:latin typeface="Arial"/>
                <a:ea typeface="Arial"/>
                <a:cs typeface="Arial"/>
              </a:defRPr>
            </a:lvl6pPr>
            <a:lvl7pPr algn="l">
              <a:defRPr sz="1425" b="1">
                <a:solidFill>
                  <a:srgbClr val="206B4D"/>
                </a:solidFill>
                <a:latin typeface="Arial"/>
                <a:ea typeface="Arial"/>
                <a:cs typeface="Arial"/>
              </a:defRPr>
            </a:lvl7pPr>
            <a:lvl8pPr algn="l">
              <a:defRPr sz="1425" b="1">
                <a:solidFill>
                  <a:srgbClr val="206B4D"/>
                </a:solidFill>
                <a:latin typeface="Arial"/>
                <a:ea typeface="Arial"/>
                <a:cs typeface="Arial"/>
              </a:defRPr>
            </a:lvl8pPr>
            <a:lvl9pPr algn="l">
              <a:defRPr sz="1425" b="1">
                <a:solidFill>
                  <a:srgbClr val="206B4D"/>
                </a:solidFill>
                <a:latin typeface="Arial"/>
                <a:ea typeface="Arial"/>
                <a:cs typeface="Arial"/>
              </a:defRPr>
            </a:lvl9pPr>
          </a:lstStyle>
          <a:p xmlns:a="http://schemas.openxmlformats.org/drawingml/2006/main">
            <a:pPr algn="l">
              <a:defRPr sz="1425" b="1">
                <a:solidFill>
                  <a:srgbClr val="206B4D"/>
                </a:solidFill>
                <a:latin typeface="Arial"/>
                <a:ea typeface="Arial"/>
                <a:cs typeface="Arial"/>
              </a:defRPr>
            </a:pPr>
            <a:r>
              <a:rPr sz="1425" b="1">
                <a:solidFill>
                  <a:srgbClr val="206B4D"/>
                </a:solidFill>
                <a:latin typeface="Arial"/>
                <a:ea typeface="Arial"/>
                <a:cs typeface="Arial"/>
              </a:rPr>
              <a:t>Pipeline score  64 / 100</a:t>
            </a:r>
          </a:p>
        </p:txBody>
      </p:sp>
      <p:sp>
        <p:nvSpPr>
          <p:cNvPr id="22" name="mixed-capture-caption">
            <a:extLst xmlns:a="http://schemas.openxmlformats.org/drawingml/2006/main">
              <a:ext uri="{FF2B5EF4-FFF2-40B4-BE49-F238E27FC236}">
                <a16:creationId xmlns:a16="http://schemas.microsoft.com/office/drawing/2014/main" id="{0D346164-8F1B-4FBB-8D9E-329D048D0389}"/>
              </a:ext>
            </a:extLst>
          </p:cNvPr>
          <p:cNvSpPr>
            <a:spLocks xmlns:a="http://schemas.openxmlformats.org/drawingml/2006/main" noGrp="1"/>
          </p:cNvSpPr>
          <p:nvPr/>
        </p:nvSpPr>
        <p:spPr>
          <a:xfrm xmlns:a="http://schemas.openxmlformats.org/drawingml/2006/main">
            <a:off x="6400800" y="48577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17342F"/>
                </a:solidFill>
                <a:latin typeface="Arial"/>
                <a:ea typeface="Arial"/>
                <a:cs typeface="Arial"/>
              </a:defRPr>
            </a:defPPr>
            <a:lvl1pPr algn="l">
              <a:defRPr sz="1350">
                <a:solidFill>
                  <a:srgbClr val="17342F"/>
                </a:solidFill>
                <a:latin typeface="Arial"/>
                <a:ea typeface="Arial"/>
                <a:cs typeface="Arial"/>
              </a:defRPr>
            </a:lvl1pPr>
            <a:lvl2pPr algn="l">
              <a:defRPr sz="1350">
                <a:solidFill>
                  <a:srgbClr val="17342F"/>
                </a:solidFill>
                <a:latin typeface="Arial"/>
                <a:ea typeface="Arial"/>
                <a:cs typeface="Arial"/>
              </a:defRPr>
            </a:lvl2pPr>
            <a:lvl3pPr algn="l">
              <a:defRPr sz="1350">
                <a:solidFill>
                  <a:srgbClr val="17342F"/>
                </a:solidFill>
                <a:latin typeface="Arial"/>
                <a:ea typeface="Arial"/>
                <a:cs typeface="Arial"/>
              </a:defRPr>
            </a:lvl3pPr>
            <a:lvl4pPr algn="l">
              <a:defRPr sz="1350">
                <a:solidFill>
                  <a:srgbClr val="17342F"/>
                </a:solidFill>
                <a:latin typeface="Arial"/>
                <a:ea typeface="Arial"/>
                <a:cs typeface="Arial"/>
              </a:defRPr>
            </a:lvl4pPr>
            <a:lvl5pPr algn="l">
              <a:defRPr sz="1350">
                <a:solidFill>
                  <a:srgbClr val="17342F"/>
                </a:solidFill>
                <a:latin typeface="Arial"/>
                <a:ea typeface="Arial"/>
                <a:cs typeface="Arial"/>
              </a:defRPr>
            </a:lvl5pPr>
            <a:lvl6pPr algn="l">
              <a:defRPr sz="1350">
                <a:solidFill>
                  <a:srgbClr val="17342F"/>
                </a:solidFill>
                <a:latin typeface="Arial"/>
                <a:ea typeface="Arial"/>
                <a:cs typeface="Arial"/>
              </a:defRPr>
            </a:lvl6pPr>
            <a:lvl7pPr algn="l">
              <a:defRPr sz="1350">
                <a:solidFill>
                  <a:srgbClr val="17342F"/>
                </a:solidFill>
                <a:latin typeface="Arial"/>
                <a:ea typeface="Arial"/>
                <a:cs typeface="Arial"/>
              </a:defRPr>
            </a:lvl7pPr>
            <a:lvl8pPr algn="l">
              <a:defRPr sz="1350">
                <a:solidFill>
                  <a:srgbClr val="17342F"/>
                </a:solidFill>
                <a:latin typeface="Arial"/>
                <a:ea typeface="Arial"/>
                <a:cs typeface="Arial"/>
              </a:defRPr>
            </a:lvl8pPr>
            <a:lvl9pPr algn="l">
              <a:defRPr sz="1350">
                <a:solidFill>
                  <a:srgbClr val="17342F"/>
                </a:solidFill>
                <a:latin typeface="Arial"/>
                <a:ea typeface="Arial"/>
                <a:cs typeface="Arial"/>
              </a:defRPr>
            </a:lvl9pPr>
          </a:lstStyle>
          <a:p xmlns:a="http://schemas.openxmlformats.org/drawingml/2006/main">
            <a:pPr algn="l">
              <a:defRPr sz="1350">
                <a:solidFill>
                  <a:srgbClr val="17342F"/>
                </a:solidFill>
                <a:latin typeface="Arial"/>
                <a:ea typeface="Arial"/>
                <a:cs typeface="Arial"/>
              </a:defRPr>
            </a:pPr>
            <a:r>
              <a:rPr sz="1350">
                <a:solidFill>
                  <a:srgbClr val="17342F"/>
                </a:solidFill>
                <a:latin typeface="Arial"/>
                <a:ea typeface="Arial"/>
                <a:cs typeface="Arial"/>
              </a:rPr>
              <a:t>Aadhaar isolated · one number line redacted</a:t>
            </a:r>
          </a:p>
        </p:txBody>
      </p:sp>
      <p:sp>
        <p:nvSpPr>
          <p:cNvPr id="23" name="before-after-footnote">
            <a:extLst xmlns:a="http://schemas.openxmlformats.org/drawingml/2006/main">
              <a:ext uri="{FF2B5EF4-FFF2-40B4-BE49-F238E27FC236}">
                <a16:creationId xmlns:a16="http://schemas.microsoft.com/office/drawing/2014/main" id="{14C5B978-8C9D-4EF7-8644-6C923CF3C634}"/>
              </a:ext>
            </a:extLst>
          </p:cNvPr>
          <p:cNvSpPr>
            <a:spLocks xmlns:a="http://schemas.openxmlformats.org/drawingml/2006/main" noGrp="1"/>
          </p:cNvSpPr>
          <p:nvPr/>
        </p:nvSpPr>
        <p:spPr>
          <a:xfrm xmlns:a="http://schemas.openxmlformats.org/drawingml/2006/main">
            <a:off x="628650" y="5848350"/>
            <a:ext cx="1091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a:solidFill>
                  <a:srgbClr val="5D716A"/>
                </a:solidFill>
                <a:latin typeface="Arial"/>
                <a:ea typeface="Arial"/>
                <a:cs typeface="Arial"/>
              </a:defRPr>
            </a:defPPr>
            <a:lvl1pPr algn="l">
              <a:defRPr sz="1200">
                <a:solidFill>
                  <a:srgbClr val="5D716A"/>
                </a:solidFill>
                <a:latin typeface="Arial"/>
                <a:ea typeface="Arial"/>
                <a:cs typeface="Arial"/>
              </a:defRPr>
            </a:lvl1pPr>
            <a:lvl2pPr algn="l">
              <a:defRPr sz="1200">
                <a:solidFill>
                  <a:srgbClr val="5D716A"/>
                </a:solidFill>
                <a:latin typeface="Arial"/>
                <a:ea typeface="Arial"/>
                <a:cs typeface="Arial"/>
              </a:defRPr>
            </a:lvl2pPr>
            <a:lvl3pPr algn="l">
              <a:defRPr sz="1200">
                <a:solidFill>
                  <a:srgbClr val="5D716A"/>
                </a:solidFill>
                <a:latin typeface="Arial"/>
                <a:ea typeface="Arial"/>
                <a:cs typeface="Arial"/>
              </a:defRPr>
            </a:lvl3pPr>
            <a:lvl4pPr algn="l">
              <a:defRPr sz="1200">
                <a:solidFill>
                  <a:srgbClr val="5D716A"/>
                </a:solidFill>
                <a:latin typeface="Arial"/>
                <a:ea typeface="Arial"/>
                <a:cs typeface="Arial"/>
              </a:defRPr>
            </a:lvl4pPr>
            <a:lvl5pPr algn="l">
              <a:defRPr sz="1200">
                <a:solidFill>
                  <a:srgbClr val="5D716A"/>
                </a:solidFill>
                <a:latin typeface="Arial"/>
                <a:ea typeface="Arial"/>
                <a:cs typeface="Arial"/>
              </a:defRPr>
            </a:lvl5pPr>
            <a:lvl6pPr algn="l">
              <a:defRPr sz="1200">
                <a:solidFill>
                  <a:srgbClr val="5D716A"/>
                </a:solidFill>
                <a:latin typeface="Arial"/>
                <a:ea typeface="Arial"/>
                <a:cs typeface="Arial"/>
              </a:defRPr>
            </a:lvl6pPr>
            <a:lvl7pPr algn="l">
              <a:defRPr sz="1200">
                <a:solidFill>
                  <a:srgbClr val="5D716A"/>
                </a:solidFill>
                <a:latin typeface="Arial"/>
                <a:ea typeface="Arial"/>
                <a:cs typeface="Arial"/>
              </a:defRPr>
            </a:lvl7pPr>
            <a:lvl8pPr algn="l">
              <a:defRPr sz="1200">
                <a:solidFill>
                  <a:srgbClr val="5D716A"/>
                </a:solidFill>
                <a:latin typeface="Arial"/>
                <a:ea typeface="Arial"/>
                <a:cs typeface="Arial"/>
              </a:defRPr>
            </a:lvl8pPr>
            <a:lvl9pPr algn="l">
              <a:defRPr sz="1200">
                <a:solidFill>
                  <a:srgbClr val="5D716A"/>
                </a:solidFill>
                <a:latin typeface="Arial"/>
                <a:ea typeface="Arial"/>
                <a:cs typeface="Arial"/>
              </a:defRPr>
            </a:lvl9pPr>
          </a:lstStyle>
          <a:p xmlns:a="http://schemas.openxmlformats.org/drawingml/2006/main">
            <a:pPr algn="l">
              <a:defRPr sz="1200">
                <a:solidFill>
                  <a:srgbClr val="5D716A"/>
                </a:solidFill>
                <a:latin typeface="Arial"/>
                <a:ea typeface="Arial"/>
                <a:cs typeface="Arial"/>
              </a:defRPr>
            </a:pPr>
            <a:r>
              <a:rPr sz="1200">
                <a:solidFill>
                  <a:srgbClr val="5D716A"/>
                </a:solidFill>
                <a:latin typeface="Arial"/>
                <a:ea typeface="Arial"/>
                <a:cs typeface="Arial"/>
              </a:rPr>
              <a:t>The mixed-scene result contains the Aadhaar page only; the unrelated debit card is not included in the output.</a:t>
            </a:r>
          </a:p>
        </p:txBody>
      </p:sp>
      <p:sp>
        <p:nvSpPr>
          <p:cNvPr id="24" name="footer-rule">
            <a:extLst xmlns:a="http://schemas.openxmlformats.org/drawingml/2006/main">
              <a:ext uri="{FF2B5EF4-FFF2-40B4-BE49-F238E27FC236}">
                <a16:creationId xmlns:a16="http://schemas.microsoft.com/office/drawing/2014/main" id="{9FC555E7-1D0A-4C16-BC90-31318DE7E10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25" name="footer-label">
            <a:extLst xmlns:a="http://schemas.openxmlformats.org/drawingml/2006/main">
              <a:ext uri="{FF2B5EF4-FFF2-40B4-BE49-F238E27FC236}">
                <a16:creationId xmlns:a16="http://schemas.microsoft.com/office/drawing/2014/main" id="{5DE85197-2E43-46BE-9313-F34C7482A997}"/>
              </a:ext>
            </a:extLst>
          </p:cNvPr>
          <p:cNvSpPr>
            <a:spLocks xmlns:a="http://schemas.openxmlformats.org/drawingml/2006/main" noGrp="1"/>
          </p:cNvSpPr>
          <p:nvPr/>
        </p:nvSpPr>
        <p:spPr>
          <a:xfrm xmlns:a="http://schemas.openxmlformats.org/drawingml/2006/main">
            <a:off x="609600" y="642937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D716A"/>
                </a:solidFill>
                <a:latin typeface="Arial"/>
                <a:ea typeface="Arial"/>
                <a:cs typeface="Arial"/>
              </a:defRPr>
            </a:defPPr>
            <a:lvl1pPr algn="l">
              <a:defRPr sz="975" b="1">
                <a:solidFill>
                  <a:srgbClr val="5D716A"/>
                </a:solidFill>
                <a:latin typeface="Arial"/>
                <a:ea typeface="Arial"/>
                <a:cs typeface="Arial"/>
              </a:defRPr>
            </a:lvl1pPr>
            <a:lvl2pPr algn="l">
              <a:defRPr sz="975" b="1">
                <a:solidFill>
                  <a:srgbClr val="5D716A"/>
                </a:solidFill>
                <a:latin typeface="Arial"/>
                <a:ea typeface="Arial"/>
                <a:cs typeface="Arial"/>
              </a:defRPr>
            </a:lvl2pPr>
            <a:lvl3pPr algn="l">
              <a:defRPr sz="975" b="1">
                <a:solidFill>
                  <a:srgbClr val="5D716A"/>
                </a:solidFill>
                <a:latin typeface="Arial"/>
                <a:ea typeface="Arial"/>
                <a:cs typeface="Arial"/>
              </a:defRPr>
            </a:lvl3pPr>
            <a:lvl4pPr algn="l">
              <a:defRPr sz="975" b="1">
                <a:solidFill>
                  <a:srgbClr val="5D716A"/>
                </a:solidFill>
                <a:latin typeface="Arial"/>
                <a:ea typeface="Arial"/>
                <a:cs typeface="Arial"/>
              </a:defRPr>
            </a:lvl4pPr>
            <a:lvl5pPr algn="l">
              <a:defRPr sz="975" b="1">
                <a:solidFill>
                  <a:srgbClr val="5D716A"/>
                </a:solidFill>
                <a:latin typeface="Arial"/>
                <a:ea typeface="Arial"/>
                <a:cs typeface="Arial"/>
              </a:defRPr>
            </a:lvl5pPr>
            <a:lvl6pPr algn="l">
              <a:defRPr sz="975" b="1">
                <a:solidFill>
                  <a:srgbClr val="5D716A"/>
                </a:solidFill>
                <a:latin typeface="Arial"/>
                <a:ea typeface="Arial"/>
                <a:cs typeface="Arial"/>
              </a:defRPr>
            </a:lvl6pPr>
            <a:lvl7pPr algn="l">
              <a:defRPr sz="975" b="1">
                <a:solidFill>
                  <a:srgbClr val="5D716A"/>
                </a:solidFill>
                <a:latin typeface="Arial"/>
                <a:ea typeface="Arial"/>
                <a:cs typeface="Arial"/>
              </a:defRPr>
            </a:lvl7pPr>
            <a:lvl8pPr algn="l">
              <a:defRPr sz="975" b="1">
                <a:solidFill>
                  <a:srgbClr val="5D716A"/>
                </a:solidFill>
                <a:latin typeface="Arial"/>
                <a:ea typeface="Arial"/>
                <a:cs typeface="Arial"/>
              </a:defRPr>
            </a:lvl8pPr>
            <a:lvl9pPr algn="l">
              <a:defRPr sz="975" b="1">
                <a:solidFill>
                  <a:srgbClr val="5D716A"/>
                </a:solidFill>
                <a:latin typeface="Arial"/>
                <a:ea typeface="Arial"/>
                <a:cs typeface="Arial"/>
              </a:defRPr>
            </a:lvl9pPr>
          </a:lstStyle>
          <a:p xmlns:a="http://schemas.openxmlformats.org/drawingml/2006/main">
            <a:pPr algn="l">
              <a:defRPr sz="975" b="1">
                <a:solidFill>
                  <a:srgbClr val="5D716A"/>
                </a:solidFill>
                <a:latin typeface="Arial"/>
                <a:ea typeface="Arial"/>
                <a:cs typeface="Arial"/>
              </a:defRPr>
            </a:pPr>
            <a:r>
              <a:rPr sz="975" b="1">
                <a:solidFill>
                  <a:srgbClr val="5D716A"/>
                </a:solidFill>
                <a:latin typeface="Arial"/>
                <a:ea typeface="Arial"/>
                <a:cs typeface="Arial"/>
              </a:rPr>
              <a:t>AADHAAR MASKING WORKBENCH  ·  CLIENT SHOWCASE</a:t>
            </a:r>
          </a:p>
        </p:txBody>
      </p:sp>
      <p:sp>
        <p:nvSpPr>
          <p:cNvPr id="26" name="page-number">
            <a:extLst xmlns:a="http://schemas.openxmlformats.org/drawingml/2006/main">
              <a:ext uri="{FF2B5EF4-FFF2-40B4-BE49-F238E27FC236}">
                <a16:creationId xmlns:a16="http://schemas.microsoft.com/office/drawing/2014/main" id="{991A99A2-3093-4000-AB67-EA86E4C2BA24}"/>
              </a:ext>
            </a:extLst>
          </p:cNvPr>
          <p:cNvSpPr>
            <a:spLocks xmlns:a="http://schemas.openxmlformats.org/drawingml/2006/main" noGrp="1"/>
          </p:cNvSpPr>
          <p:nvPr/>
        </p:nvSpPr>
        <p:spPr>
          <a:xfrm xmlns:a="http://schemas.openxmlformats.org/drawingml/2006/main">
            <a:off x="10953750" y="64293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206B4D"/>
                </a:solidFill>
                <a:latin typeface="Arial"/>
                <a:ea typeface="Arial"/>
                <a:cs typeface="Arial"/>
              </a:defRPr>
            </a:defPPr>
            <a:lvl1pPr algn="r">
              <a:defRPr sz="975" b="1">
                <a:solidFill>
                  <a:srgbClr val="206B4D"/>
                </a:solidFill>
                <a:latin typeface="Arial"/>
                <a:ea typeface="Arial"/>
                <a:cs typeface="Arial"/>
              </a:defRPr>
            </a:lvl1pPr>
            <a:lvl2pPr algn="r">
              <a:defRPr sz="975" b="1">
                <a:solidFill>
                  <a:srgbClr val="206B4D"/>
                </a:solidFill>
                <a:latin typeface="Arial"/>
                <a:ea typeface="Arial"/>
                <a:cs typeface="Arial"/>
              </a:defRPr>
            </a:lvl2pPr>
            <a:lvl3pPr algn="r">
              <a:defRPr sz="975" b="1">
                <a:solidFill>
                  <a:srgbClr val="206B4D"/>
                </a:solidFill>
                <a:latin typeface="Arial"/>
                <a:ea typeface="Arial"/>
                <a:cs typeface="Arial"/>
              </a:defRPr>
            </a:lvl3pPr>
            <a:lvl4pPr algn="r">
              <a:defRPr sz="975" b="1">
                <a:solidFill>
                  <a:srgbClr val="206B4D"/>
                </a:solidFill>
                <a:latin typeface="Arial"/>
                <a:ea typeface="Arial"/>
                <a:cs typeface="Arial"/>
              </a:defRPr>
            </a:lvl4pPr>
            <a:lvl5pPr algn="r">
              <a:defRPr sz="975" b="1">
                <a:solidFill>
                  <a:srgbClr val="206B4D"/>
                </a:solidFill>
                <a:latin typeface="Arial"/>
                <a:ea typeface="Arial"/>
                <a:cs typeface="Arial"/>
              </a:defRPr>
            </a:lvl5pPr>
            <a:lvl6pPr algn="r">
              <a:defRPr sz="975" b="1">
                <a:solidFill>
                  <a:srgbClr val="206B4D"/>
                </a:solidFill>
                <a:latin typeface="Arial"/>
                <a:ea typeface="Arial"/>
                <a:cs typeface="Arial"/>
              </a:defRPr>
            </a:lvl6pPr>
            <a:lvl7pPr algn="r">
              <a:defRPr sz="975" b="1">
                <a:solidFill>
                  <a:srgbClr val="206B4D"/>
                </a:solidFill>
                <a:latin typeface="Arial"/>
                <a:ea typeface="Arial"/>
                <a:cs typeface="Arial"/>
              </a:defRPr>
            </a:lvl7pPr>
            <a:lvl8pPr algn="r">
              <a:defRPr sz="975" b="1">
                <a:solidFill>
                  <a:srgbClr val="206B4D"/>
                </a:solidFill>
                <a:latin typeface="Arial"/>
                <a:ea typeface="Arial"/>
                <a:cs typeface="Arial"/>
              </a:defRPr>
            </a:lvl8pPr>
            <a:lvl9pPr algn="r">
              <a:defRPr sz="975" b="1">
                <a:solidFill>
                  <a:srgbClr val="206B4D"/>
                </a:solidFill>
                <a:latin typeface="Arial"/>
                <a:ea typeface="Arial"/>
                <a:cs typeface="Arial"/>
              </a:defRPr>
            </a:lvl9pPr>
          </a:lstStyle>
          <a:p xmlns:a="http://schemas.openxmlformats.org/drawingml/2006/main">
            <a:pPr algn="r">
              <a:defRPr sz="975" b="1">
                <a:solidFill>
                  <a:srgbClr val="206B4D"/>
                </a:solidFill>
                <a:latin typeface="Arial"/>
                <a:ea typeface="Arial"/>
                <a:cs typeface="Arial"/>
              </a:defRPr>
            </a:pPr>
            <a:r>
              <a:rPr sz="975" b="1">
                <a:solidFill>
                  <a:srgbClr val="206B4D"/>
                </a:solidFill>
                <a:latin typeface="Arial"/>
                <a:ea typeface="Arial"/>
                <a:cs typeface="Arial"/>
              </a:rPr>
              <a:t>02 / 05</a:t>
            </a:r>
          </a:p>
        </p:txBody>
      </p:sp>
    </p:spTree>
    <p:extLst>
      <p:ext uri="{BB962C8B-B14F-4D97-AF65-F5344CB8AC3E}">
        <p14:creationId xmlns:p14="http://schemas.microsoft.com/office/powerpoint/2010/main" val="1675244966"/>
      </p:ext>
    </p:extLst>
  </p:cSld>
</p:sld>
</file>

<file path=ppt/slides/slide3.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cxnSp>
        <p:nvCxnSpPr>
          <p:cNvPr id="48" name="">
            <a:extLst xmlns:a="http://schemas.openxmlformats.org/drawingml/2006/main">
              <a:ext uri="{FF2B5EF4-FFF2-40B4-BE49-F238E27FC236}">
                <a16:creationId xmlns:a16="http://schemas.microsoft.com/office/drawing/2014/main" id="{423CA951-32B4-4E20-8F02-908E8EEA2E1A}"/>
              </a:ext>
            </a:extLst>
          </p:cNvPr>
          <p:cNvCxnSpPr>
            <a:stCxn xmlns:a="http://schemas.openxmlformats.org/drawingml/2006/main" id="37" idx="1"/>
            <a:endCxn xmlns:a="http://schemas.openxmlformats.org/drawingml/2006/main" id="41" idx="3"/>
          </p:cNvCxnSpPr>
          <p:nvPr/>
        </p:nvCxnSpPr>
        <p:spPr>
          <a:xfrm xmlns:a="http://schemas.openxmlformats.org/drawingml/2006/main" flipH="1">
            <a:off x="4038600" y="4314825"/>
            <a:ext cx="2286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cxnSp>
        <p:nvCxnSpPr>
          <p:cNvPr id="47" name="">
            <a:extLst xmlns:a="http://schemas.openxmlformats.org/drawingml/2006/main">
              <a:ext uri="{FF2B5EF4-FFF2-40B4-BE49-F238E27FC236}">
                <a16:creationId xmlns:a16="http://schemas.microsoft.com/office/drawing/2014/main" id="{2B491483-21E3-441C-8996-0A73FEF0F32B}"/>
              </a:ext>
            </a:extLst>
          </p:cNvPr>
          <p:cNvCxnSpPr>
            <a:stCxn xmlns:a="http://schemas.openxmlformats.org/drawingml/2006/main" id="33" idx="1"/>
            <a:endCxn xmlns:a="http://schemas.openxmlformats.org/drawingml/2006/main" id="37" idx="3"/>
          </p:cNvCxnSpPr>
          <p:nvPr/>
        </p:nvCxnSpPr>
        <p:spPr>
          <a:xfrm xmlns:a="http://schemas.openxmlformats.org/drawingml/2006/main" flipH="1">
            <a:off x="6553200" y="4314825"/>
            <a:ext cx="2286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cxnSp>
        <p:nvCxnSpPr>
          <p:cNvPr id="46" name="">
            <a:extLst xmlns:a="http://schemas.openxmlformats.org/drawingml/2006/main">
              <a:ext uri="{FF2B5EF4-FFF2-40B4-BE49-F238E27FC236}">
                <a16:creationId xmlns:a16="http://schemas.microsoft.com/office/drawing/2014/main" id="{5FB1FF84-2775-4BF8-8D61-ECA83CE67841}"/>
              </a:ext>
            </a:extLst>
          </p:cNvPr>
          <p:cNvCxnSpPr>
            <a:stCxn xmlns:a="http://schemas.openxmlformats.org/drawingml/2006/main" id="29" idx="1"/>
            <a:endCxn xmlns:a="http://schemas.openxmlformats.org/drawingml/2006/main" id="33" idx="3"/>
          </p:cNvCxnSpPr>
          <p:nvPr/>
        </p:nvCxnSpPr>
        <p:spPr>
          <a:xfrm xmlns:a="http://schemas.openxmlformats.org/drawingml/2006/main" flipH="1">
            <a:off x="9067800" y="4314825"/>
            <a:ext cx="2286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cxnSp>
        <p:nvCxnSpPr>
          <p:cNvPr id="45" name="">
            <a:extLst xmlns:a="http://schemas.openxmlformats.org/drawingml/2006/main">
              <a:ext uri="{FF2B5EF4-FFF2-40B4-BE49-F238E27FC236}">
                <a16:creationId xmlns:a16="http://schemas.microsoft.com/office/drawing/2014/main" id="{23737799-B9CB-4A1E-8AA1-46BF77AB3426}"/>
              </a:ext>
            </a:extLst>
          </p:cNvPr>
          <p:cNvCxnSpPr>
            <a:stCxn xmlns:a="http://schemas.openxmlformats.org/drawingml/2006/main" id="20" idx="2"/>
            <a:endCxn xmlns:a="http://schemas.openxmlformats.org/drawingml/2006/main" id="29" idx="0"/>
          </p:cNvCxnSpPr>
          <p:nvPr/>
        </p:nvCxnSpPr>
        <p:spPr>
          <a:xfrm xmlns:a="http://schemas.openxmlformats.org/drawingml/2006/main">
            <a:off x="10210800" y="2590800"/>
            <a:ext cx="228600" cy="1257300"/>
          </a:xfrm>
          <a:prstGeom xmlns:a="http://schemas.openxmlformats.org/drawingml/2006/main" prst="bentConnector4">
            <a:avLst>
              <a:gd name="adj1" fmla="val 0"/>
              <a:gd name="adj2" fmla="val 50000"/>
            </a:avLst>
          </a:prstGeom>
          <a:ln xmlns:a="http://schemas.openxmlformats.org/drawingml/2006/main" w="19050">
            <a:solidFill>
              <a:srgbClr val="16844C"/>
            </a:solidFill>
            <a:prstDash val="solid"/>
            <a:tailEnd type="arrow" w="sm" len="sm"/>
          </a:ln>
        </p:spPr>
      </p:cxnSp>
      <p:cxnSp>
        <p:nvCxnSpPr>
          <p:cNvPr id="27" name="">
            <a:extLst xmlns:a="http://schemas.openxmlformats.org/drawingml/2006/main">
              <a:ext uri="{FF2B5EF4-FFF2-40B4-BE49-F238E27FC236}">
                <a16:creationId xmlns:a16="http://schemas.microsoft.com/office/drawing/2014/main" id="{D721FAEA-1914-42CE-B324-EA7FE3D9E803}"/>
              </a:ext>
            </a:extLst>
          </p:cNvPr>
          <p:cNvCxnSpPr>
            <a:stCxn xmlns:a="http://schemas.openxmlformats.org/drawingml/2006/main" id="16" idx="3"/>
            <a:endCxn xmlns:a="http://schemas.openxmlformats.org/drawingml/2006/main" id="20" idx="1"/>
          </p:cNvCxnSpPr>
          <p:nvPr/>
        </p:nvCxnSpPr>
        <p:spPr>
          <a:xfrm xmlns:a="http://schemas.openxmlformats.org/drawingml/2006/main">
            <a:off x="8496300" y="2124075"/>
            <a:ext cx="3429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cxnSp>
        <p:nvCxnSpPr>
          <p:cNvPr id="26" name="">
            <a:extLst xmlns:a="http://schemas.openxmlformats.org/drawingml/2006/main">
              <a:ext uri="{FF2B5EF4-FFF2-40B4-BE49-F238E27FC236}">
                <a16:creationId xmlns:a16="http://schemas.microsoft.com/office/drawing/2014/main" id="{89830DB7-D875-44F9-B3B8-EFB5B076BA94}"/>
              </a:ext>
            </a:extLst>
          </p:cNvPr>
          <p:cNvCxnSpPr>
            <a:stCxn xmlns:a="http://schemas.openxmlformats.org/drawingml/2006/main" id="12" idx="3"/>
            <a:endCxn xmlns:a="http://schemas.openxmlformats.org/drawingml/2006/main" id="16" idx="1"/>
          </p:cNvCxnSpPr>
          <p:nvPr/>
        </p:nvCxnSpPr>
        <p:spPr>
          <a:xfrm xmlns:a="http://schemas.openxmlformats.org/drawingml/2006/main">
            <a:off x="6343650" y="2124075"/>
            <a:ext cx="3429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cxnSp>
        <p:nvCxnSpPr>
          <p:cNvPr id="25" name="">
            <a:extLst xmlns:a="http://schemas.openxmlformats.org/drawingml/2006/main">
              <a:ext uri="{FF2B5EF4-FFF2-40B4-BE49-F238E27FC236}">
                <a16:creationId xmlns:a16="http://schemas.microsoft.com/office/drawing/2014/main" id="{F42480E2-020D-486E-8DE7-1C960875D07E}"/>
              </a:ext>
            </a:extLst>
          </p:cNvPr>
          <p:cNvCxnSpPr>
            <a:stCxn xmlns:a="http://schemas.openxmlformats.org/drawingml/2006/main" id="8" idx="3"/>
            <a:endCxn xmlns:a="http://schemas.openxmlformats.org/drawingml/2006/main" id="12" idx="1"/>
          </p:cNvCxnSpPr>
          <p:nvPr/>
        </p:nvCxnSpPr>
        <p:spPr>
          <a:xfrm xmlns:a="http://schemas.openxmlformats.org/drawingml/2006/main">
            <a:off x="4381500" y="2124075"/>
            <a:ext cx="3429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3D909800-7DAD-4296-969C-1F7D14ACA3BB}"/>
              </a:ext>
            </a:extLst>
          </p:cNvPr>
          <p:cNvCxnSpPr>
            <a:stCxn xmlns:a="http://schemas.openxmlformats.org/drawingml/2006/main" id="4" idx="3"/>
            <a:endCxn xmlns:a="http://schemas.openxmlformats.org/drawingml/2006/main" id="8" idx="1"/>
          </p:cNvCxnSpPr>
          <p:nvPr/>
        </p:nvCxnSpPr>
        <p:spPr>
          <a:xfrm xmlns:a="http://schemas.openxmlformats.org/drawingml/2006/main">
            <a:off x="2228850" y="2124075"/>
            <a:ext cx="342900" cy="0"/>
          </a:xfrm>
          <a:prstGeom xmlns:a="http://schemas.openxmlformats.org/drawingml/2006/main" prst="straightConnector1">
            <a:avLst/>
          </a:prstGeom>
          <a:ln xmlns:a="http://schemas.openxmlformats.org/drawingml/2006/main" w="19050">
            <a:solidFill>
              <a:srgbClr val="16844C"/>
            </a:solidFill>
            <a:prstDash val="solid"/>
            <a:tailEnd type="arrow" w="sm" len="sm"/>
          </a:ln>
        </p:spPr>
      </p:cxnSp>
      <p:sp>
        <p:nvSpPr>
          <p:cNvPr id="54" name="slide-title">
            <a:extLst xmlns:a="http://schemas.openxmlformats.org/drawingml/2006/main">
              <a:ext uri="{FF2B5EF4-FFF2-40B4-BE49-F238E27FC236}">
                <a16:creationId xmlns:a16="http://schemas.microsoft.com/office/drawing/2014/main" id="{9EBA6077-96E5-4127-9D78-6B4351D6A7DD}"/>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75" b="1">
                <a:solidFill>
                  <a:srgbClr val="17342F"/>
                </a:solidFill>
                <a:latin typeface="Arial"/>
                <a:ea typeface="Arial"/>
                <a:cs typeface="Arial"/>
              </a:defRPr>
            </a:defPPr>
            <a:lvl1pPr algn="l">
              <a:defRPr sz="3375" b="1">
                <a:solidFill>
                  <a:srgbClr val="17342F"/>
                </a:solidFill>
                <a:latin typeface="Arial"/>
                <a:ea typeface="Arial"/>
                <a:cs typeface="Arial"/>
              </a:defRPr>
            </a:lvl1pPr>
            <a:lvl2pPr algn="l">
              <a:defRPr sz="3375" b="1">
                <a:solidFill>
                  <a:srgbClr val="17342F"/>
                </a:solidFill>
                <a:latin typeface="Arial"/>
                <a:ea typeface="Arial"/>
                <a:cs typeface="Arial"/>
              </a:defRPr>
            </a:lvl2pPr>
            <a:lvl3pPr algn="l">
              <a:defRPr sz="3375" b="1">
                <a:solidFill>
                  <a:srgbClr val="17342F"/>
                </a:solidFill>
                <a:latin typeface="Arial"/>
                <a:ea typeface="Arial"/>
                <a:cs typeface="Arial"/>
              </a:defRPr>
            </a:lvl3pPr>
            <a:lvl4pPr algn="l">
              <a:defRPr sz="3375" b="1">
                <a:solidFill>
                  <a:srgbClr val="17342F"/>
                </a:solidFill>
                <a:latin typeface="Arial"/>
                <a:ea typeface="Arial"/>
                <a:cs typeface="Arial"/>
              </a:defRPr>
            </a:lvl4pPr>
            <a:lvl5pPr algn="l">
              <a:defRPr sz="3375" b="1">
                <a:solidFill>
                  <a:srgbClr val="17342F"/>
                </a:solidFill>
                <a:latin typeface="Arial"/>
                <a:ea typeface="Arial"/>
                <a:cs typeface="Arial"/>
              </a:defRPr>
            </a:lvl5pPr>
            <a:lvl6pPr algn="l">
              <a:defRPr sz="3375" b="1">
                <a:solidFill>
                  <a:srgbClr val="17342F"/>
                </a:solidFill>
                <a:latin typeface="Arial"/>
                <a:ea typeface="Arial"/>
                <a:cs typeface="Arial"/>
              </a:defRPr>
            </a:lvl6pPr>
            <a:lvl7pPr algn="l">
              <a:defRPr sz="3375" b="1">
                <a:solidFill>
                  <a:srgbClr val="17342F"/>
                </a:solidFill>
                <a:latin typeface="Arial"/>
                <a:ea typeface="Arial"/>
                <a:cs typeface="Arial"/>
              </a:defRPr>
            </a:lvl7pPr>
            <a:lvl8pPr algn="l">
              <a:defRPr sz="3375" b="1">
                <a:solidFill>
                  <a:srgbClr val="17342F"/>
                </a:solidFill>
                <a:latin typeface="Arial"/>
                <a:ea typeface="Arial"/>
                <a:cs typeface="Arial"/>
              </a:defRPr>
            </a:lvl8pPr>
            <a:lvl9pPr algn="l">
              <a:defRPr sz="3375" b="1">
                <a:solidFill>
                  <a:srgbClr val="17342F"/>
                </a:solidFill>
                <a:latin typeface="Arial"/>
                <a:ea typeface="Arial"/>
                <a:cs typeface="Arial"/>
              </a:defRPr>
            </a:lvl9pPr>
          </a:lstStyle>
          <a:p xmlns:a="http://schemas.openxmlformats.org/drawingml/2006/main">
            <a:pPr algn="l">
              <a:defRPr sz="3375" b="1">
                <a:solidFill>
                  <a:srgbClr val="17342F"/>
                </a:solidFill>
                <a:latin typeface="Arial"/>
                <a:ea typeface="Arial"/>
                <a:cs typeface="Arial"/>
              </a:defRPr>
            </a:pPr>
            <a:r>
              <a:rPr sz="3375" b="1">
                <a:solidFill>
                  <a:srgbClr val="17342F"/>
                </a:solidFill>
                <a:latin typeface="Arial"/>
                <a:ea typeface="Arial"/>
                <a:cs typeface="Arial"/>
              </a:rPr>
              <a:t>System processing flow</a:t>
            </a:r>
          </a:p>
        </p:txBody>
      </p:sp>
      <p:sp>
        <p:nvSpPr>
          <p:cNvPr id="2" name="slide-subtitle">
            <a:extLst xmlns:a="http://schemas.openxmlformats.org/drawingml/2006/main">
              <a:ext uri="{FF2B5EF4-FFF2-40B4-BE49-F238E27FC236}">
                <a16:creationId xmlns:a16="http://schemas.microsoft.com/office/drawing/2014/main" id="{CBFE8E54-307C-4023-8543-50146CFF0466}"/>
              </a:ext>
            </a:extLst>
          </p:cNvPr>
          <p:cNvSpPr>
            <a:spLocks xmlns:a="http://schemas.openxmlformats.org/drawingml/2006/main" noGrp="1"/>
          </p:cNvSpPr>
          <p:nvPr/>
        </p:nvSpPr>
        <p:spPr>
          <a:xfrm xmlns:a="http://schemas.openxmlformats.org/drawingml/2006/main">
            <a:off x="628650" y="952500"/>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a:solidFill>
                  <a:srgbClr val="5D716A"/>
                </a:solidFill>
                <a:latin typeface="Arial"/>
                <a:ea typeface="Arial"/>
                <a:cs typeface="Arial"/>
              </a:defRPr>
            </a:defPPr>
            <a:lvl1pPr algn="l">
              <a:defRPr sz="1500">
                <a:solidFill>
                  <a:srgbClr val="5D716A"/>
                </a:solidFill>
                <a:latin typeface="Arial"/>
                <a:ea typeface="Arial"/>
                <a:cs typeface="Arial"/>
              </a:defRPr>
            </a:lvl1pPr>
            <a:lvl2pPr algn="l">
              <a:defRPr sz="1500">
                <a:solidFill>
                  <a:srgbClr val="5D716A"/>
                </a:solidFill>
                <a:latin typeface="Arial"/>
                <a:ea typeface="Arial"/>
                <a:cs typeface="Arial"/>
              </a:defRPr>
            </a:lvl2pPr>
            <a:lvl3pPr algn="l">
              <a:defRPr sz="1500">
                <a:solidFill>
                  <a:srgbClr val="5D716A"/>
                </a:solidFill>
                <a:latin typeface="Arial"/>
                <a:ea typeface="Arial"/>
                <a:cs typeface="Arial"/>
              </a:defRPr>
            </a:lvl3pPr>
            <a:lvl4pPr algn="l">
              <a:defRPr sz="1500">
                <a:solidFill>
                  <a:srgbClr val="5D716A"/>
                </a:solidFill>
                <a:latin typeface="Arial"/>
                <a:ea typeface="Arial"/>
                <a:cs typeface="Arial"/>
              </a:defRPr>
            </a:lvl4pPr>
            <a:lvl5pPr algn="l">
              <a:defRPr sz="1500">
                <a:solidFill>
                  <a:srgbClr val="5D716A"/>
                </a:solidFill>
                <a:latin typeface="Arial"/>
                <a:ea typeface="Arial"/>
                <a:cs typeface="Arial"/>
              </a:defRPr>
            </a:lvl5pPr>
            <a:lvl6pPr algn="l">
              <a:defRPr sz="1500">
                <a:solidFill>
                  <a:srgbClr val="5D716A"/>
                </a:solidFill>
                <a:latin typeface="Arial"/>
                <a:ea typeface="Arial"/>
                <a:cs typeface="Arial"/>
              </a:defRPr>
            </a:lvl6pPr>
            <a:lvl7pPr algn="l">
              <a:defRPr sz="1500">
                <a:solidFill>
                  <a:srgbClr val="5D716A"/>
                </a:solidFill>
                <a:latin typeface="Arial"/>
                <a:ea typeface="Arial"/>
                <a:cs typeface="Arial"/>
              </a:defRPr>
            </a:lvl7pPr>
            <a:lvl8pPr algn="l">
              <a:defRPr sz="1500">
                <a:solidFill>
                  <a:srgbClr val="5D716A"/>
                </a:solidFill>
                <a:latin typeface="Arial"/>
                <a:ea typeface="Arial"/>
                <a:cs typeface="Arial"/>
              </a:defRPr>
            </a:lvl8pPr>
            <a:lvl9pPr algn="l">
              <a:defRPr sz="1500">
                <a:solidFill>
                  <a:srgbClr val="5D716A"/>
                </a:solidFill>
                <a:latin typeface="Arial"/>
                <a:ea typeface="Arial"/>
                <a:cs typeface="Arial"/>
              </a:defRPr>
            </a:lvl9pPr>
          </a:lstStyle>
          <a:p xmlns:a="http://schemas.openxmlformats.org/drawingml/2006/main">
            <a:pPr algn="l">
              <a:defRPr sz="1500">
                <a:solidFill>
                  <a:srgbClr val="5D716A"/>
                </a:solidFill>
                <a:latin typeface="Arial"/>
                <a:ea typeface="Arial"/>
                <a:cs typeface="Arial"/>
              </a:defRPr>
            </a:pPr>
            <a:r>
              <a:rPr sz="1500">
                <a:solidFill>
                  <a:srgbClr val="5D716A"/>
                </a:solidFill>
                <a:latin typeface="Arial"/>
                <a:ea typeface="Arial"/>
                <a:cs typeface="Arial"/>
              </a:rPr>
              <a:t>Document detection, independent number checks and a fail-closed masking audit.</a:t>
            </a:r>
          </a:p>
        </p:txBody>
      </p:sp>
      <p:sp>
        <p:nvSpPr>
          <p:cNvPr id="3" name="flow-lane-one">
            <a:extLst xmlns:a="http://schemas.openxmlformats.org/drawingml/2006/main">
              <a:ext uri="{FF2B5EF4-FFF2-40B4-BE49-F238E27FC236}">
                <a16:creationId xmlns:a16="http://schemas.microsoft.com/office/drawing/2014/main" id="{AAEB057A-1B61-41D7-A480-47B4FD392532}"/>
              </a:ext>
            </a:extLst>
          </p:cNvPr>
          <p:cNvSpPr>
            <a:spLocks xmlns:a="http://schemas.openxmlformats.org/drawingml/2006/main" noGrp="1"/>
          </p:cNvSpPr>
          <p:nvPr/>
        </p:nvSpPr>
        <p:spPr>
          <a:xfrm xmlns:a="http://schemas.openxmlformats.org/drawingml/2006/main">
            <a:off x="628650" y="13811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06B4D"/>
                </a:solidFill>
                <a:latin typeface="Arial"/>
                <a:ea typeface="Arial"/>
                <a:cs typeface="Arial"/>
              </a:defRPr>
            </a:defPPr>
            <a:lvl1pPr algn="l">
              <a:defRPr sz="1125" b="1">
                <a:solidFill>
                  <a:srgbClr val="206B4D"/>
                </a:solidFill>
                <a:latin typeface="Arial"/>
                <a:ea typeface="Arial"/>
                <a:cs typeface="Arial"/>
              </a:defRPr>
            </a:lvl1pPr>
            <a:lvl2pPr algn="l">
              <a:defRPr sz="1125" b="1">
                <a:solidFill>
                  <a:srgbClr val="206B4D"/>
                </a:solidFill>
                <a:latin typeface="Arial"/>
                <a:ea typeface="Arial"/>
                <a:cs typeface="Arial"/>
              </a:defRPr>
            </a:lvl2pPr>
            <a:lvl3pPr algn="l">
              <a:defRPr sz="1125" b="1">
                <a:solidFill>
                  <a:srgbClr val="206B4D"/>
                </a:solidFill>
                <a:latin typeface="Arial"/>
                <a:ea typeface="Arial"/>
                <a:cs typeface="Arial"/>
              </a:defRPr>
            </a:lvl3pPr>
            <a:lvl4pPr algn="l">
              <a:defRPr sz="1125" b="1">
                <a:solidFill>
                  <a:srgbClr val="206B4D"/>
                </a:solidFill>
                <a:latin typeface="Arial"/>
                <a:ea typeface="Arial"/>
                <a:cs typeface="Arial"/>
              </a:defRPr>
            </a:lvl4pPr>
            <a:lvl5pPr algn="l">
              <a:defRPr sz="1125" b="1">
                <a:solidFill>
                  <a:srgbClr val="206B4D"/>
                </a:solidFill>
                <a:latin typeface="Arial"/>
                <a:ea typeface="Arial"/>
                <a:cs typeface="Arial"/>
              </a:defRPr>
            </a:lvl5pPr>
            <a:lvl6pPr algn="l">
              <a:defRPr sz="1125" b="1">
                <a:solidFill>
                  <a:srgbClr val="206B4D"/>
                </a:solidFill>
                <a:latin typeface="Arial"/>
                <a:ea typeface="Arial"/>
                <a:cs typeface="Arial"/>
              </a:defRPr>
            </a:lvl6pPr>
            <a:lvl7pPr algn="l">
              <a:defRPr sz="1125" b="1">
                <a:solidFill>
                  <a:srgbClr val="206B4D"/>
                </a:solidFill>
                <a:latin typeface="Arial"/>
                <a:ea typeface="Arial"/>
                <a:cs typeface="Arial"/>
              </a:defRPr>
            </a:lvl7pPr>
            <a:lvl8pPr algn="l">
              <a:defRPr sz="1125" b="1">
                <a:solidFill>
                  <a:srgbClr val="206B4D"/>
                </a:solidFill>
                <a:latin typeface="Arial"/>
                <a:ea typeface="Arial"/>
                <a:cs typeface="Arial"/>
              </a:defRPr>
            </a:lvl8pPr>
            <a:lvl9pPr algn="l">
              <a:defRPr sz="1125" b="1">
                <a:solidFill>
                  <a:srgbClr val="206B4D"/>
                </a:solidFill>
                <a:latin typeface="Arial"/>
                <a:ea typeface="Arial"/>
                <a:cs typeface="Arial"/>
              </a:defRPr>
            </a:lvl9pPr>
          </a:lstStyle>
          <a:p xmlns:a="http://schemas.openxmlformats.org/drawingml/2006/main">
            <a:pPr algn="l">
              <a:defRPr sz="1125" b="1">
                <a:solidFill>
                  <a:srgbClr val="206B4D"/>
                </a:solidFill>
                <a:latin typeface="Arial"/>
                <a:ea typeface="Arial"/>
                <a:cs typeface="Arial"/>
              </a:defRPr>
            </a:pPr>
            <a:r>
              <a:rPr sz="1125" b="1">
                <a:solidFill>
                  <a:srgbClr val="206B4D"/>
                </a:solidFill>
                <a:latin typeface="Arial"/>
                <a:ea typeface="Arial"/>
                <a:cs typeface="Arial"/>
              </a:rPr>
              <a:t>01  FIND AND RECTIFY</a:t>
            </a:r>
          </a:p>
        </p:txBody>
      </p:sp>
      <p:sp>
        <p:nvSpPr>
          <p:cNvPr id="4" name="upload">
            <a:extLst xmlns:a="http://schemas.openxmlformats.org/drawingml/2006/main">
              <a:ext uri="{FF2B5EF4-FFF2-40B4-BE49-F238E27FC236}">
                <a16:creationId xmlns:a16="http://schemas.microsoft.com/office/drawing/2014/main" id="{EE3F7579-D155-40B1-9669-7A6EC0F7A8D2}"/>
              </a:ext>
            </a:extLst>
          </p:cNvPr>
          <p:cNvSpPr>
            <a:spLocks xmlns:a="http://schemas.openxmlformats.org/drawingml/2006/main" noGrp="1"/>
          </p:cNvSpPr>
          <p:nvPr/>
        </p:nvSpPr>
        <p:spPr>
          <a:xfrm xmlns:a="http://schemas.openxmlformats.org/drawingml/2006/main">
            <a:off x="609600" y="1657350"/>
            <a:ext cx="161925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1430">
            <a:solidFill>
              <a:srgbClr val="D5E2D9"/>
            </a:solidFill>
            <a:prstDash val="solid"/>
          </a:ln>
        </p:spPr>
      </p:sp>
      <p:sp>
        <p:nvSpPr>
          <p:cNvPr id="5" name="upload-step">
            <a:extLst xmlns:a="http://schemas.openxmlformats.org/drawingml/2006/main">
              <a:ext uri="{FF2B5EF4-FFF2-40B4-BE49-F238E27FC236}">
                <a16:creationId xmlns:a16="http://schemas.microsoft.com/office/drawing/2014/main" id="{253DBA72-5CC5-4E67-A97F-1B42EE63BA55}"/>
              </a:ext>
            </a:extLst>
          </p:cNvPr>
          <p:cNvSpPr>
            <a:spLocks xmlns:a="http://schemas.openxmlformats.org/drawingml/2006/main" noGrp="1"/>
          </p:cNvSpPr>
          <p:nvPr/>
        </p:nvSpPr>
        <p:spPr>
          <a:xfrm xmlns:a="http://schemas.openxmlformats.org/drawingml/2006/main">
            <a:off x="742950" y="17430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01</a:t>
            </a:r>
          </a:p>
        </p:txBody>
      </p:sp>
      <p:sp>
        <p:nvSpPr>
          <p:cNvPr id="6" name="upload-title">
            <a:extLst xmlns:a="http://schemas.openxmlformats.org/drawingml/2006/main">
              <a:ext uri="{FF2B5EF4-FFF2-40B4-BE49-F238E27FC236}">
                <a16:creationId xmlns:a16="http://schemas.microsoft.com/office/drawing/2014/main" id="{45130BC1-3B87-4621-974F-D81BB998AB99}"/>
              </a:ext>
            </a:extLst>
          </p:cNvPr>
          <p:cNvSpPr>
            <a:spLocks xmlns:a="http://schemas.openxmlformats.org/drawingml/2006/main" noGrp="1"/>
          </p:cNvSpPr>
          <p:nvPr/>
        </p:nvSpPr>
        <p:spPr>
          <a:xfrm xmlns:a="http://schemas.openxmlformats.org/drawingml/2006/main">
            <a:off x="742950" y="195262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417"/>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Upload + decode</a:t>
            </a:r>
          </a:p>
        </p:txBody>
      </p:sp>
      <p:sp>
        <p:nvSpPr>
          <p:cNvPr id="7" name="upload-detail">
            <a:extLst xmlns:a="http://schemas.openxmlformats.org/drawingml/2006/main">
              <a:ext uri="{FF2B5EF4-FFF2-40B4-BE49-F238E27FC236}">
                <a16:creationId xmlns:a16="http://schemas.microsoft.com/office/drawing/2014/main" id="{D118F528-3262-4391-B00F-52A328FE4903}"/>
              </a:ext>
            </a:extLst>
          </p:cNvPr>
          <p:cNvSpPr>
            <a:spLocks xmlns:a="http://schemas.openxmlformats.org/drawingml/2006/main" noGrp="1"/>
          </p:cNvSpPr>
          <p:nvPr/>
        </p:nvSpPr>
        <p:spPr>
          <a:xfrm xmlns:a="http://schemas.openxmlformats.org/drawingml/2006/main">
            <a:off x="742950" y="2228850"/>
            <a:ext cx="1352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98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Image, PDF or document</a:t>
            </a:r>
          </a:p>
        </p:txBody>
      </p:sp>
      <p:sp>
        <p:nvSpPr>
          <p:cNvPr id="8" name="boundary">
            <a:extLst xmlns:a="http://schemas.openxmlformats.org/drawingml/2006/main">
              <a:ext uri="{FF2B5EF4-FFF2-40B4-BE49-F238E27FC236}">
                <a16:creationId xmlns:a16="http://schemas.microsoft.com/office/drawing/2014/main" id="{87404DB5-454A-4002-B67D-D494442B937C}"/>
              </a:ext>
            </a:extLst>
          </p:cNvPr>
          <p:cNvSpPr>
            <a:spLocks xmlns:a="http://schemas.openxmlformats.org/drawingml/2006/main" noGrp="1"/>
          </p:cNvSpPr>
          <p:nvPr/>
        </p:nvSpPr>
        <p:spPr>
          <a:xfrm xmlns:a="http://schemas.openxmlformats.org/drawingml/2006/main">
            <a:off x="2571750" y="1657350"/>
            <a:ext cx="180975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1430">
            <a:solidFill>
              <a:srgbClr val="D5E2D9"/>
            </a:solidFill>
            <a:prstDash val="solid"/>
          </a:ln>
        </p:spPr>
      </p:sp>
      <p:sp>
        <p:nvSpPr>
          <p:cNvPr id="9" name="boundary-step">
            <a:extLst xmlns:a="http://schemas.openxmlformats.org/drawingml/2006/main">
              <a:ext uri="{FF2B5EF4-FFF2-40B4-BE49-F238E27FC236}">
                <a16:creationId xmlns:a16="http://schemas.microsoft.com/office/drawing/2014/main" id="{F72200E1-B376-434E-ACE3-9B5BB93EA9BA}"/>
              </a:ext>
            </a:extLst>
          </p:cNvPr>
          <p:cNvSpPr>
            <a:spLocks xmlns:a="http://schemas.openxmlformats.org/drawingml/2006/main" noGrp="1"/>
          </p:cNvSpPr>
          <p:nvPr/>
        </p:nvSpPr>
        <p:spPr>
          <a:xfrm xmlns:a="http://schemas.openxmlformats.org/drawingml/2006/main">
            <a:off x="2705100" y="17430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02</a:t>
            </a:r>
          </a:p>
        </p:txBody>
      </p:sp>
      <p:sp>
        <p:nvSpPr>
          <p:cNvPr id="10" name="boundary-title">
            <a:extLst xmlns:a="http://schemas.openxmlformats.org/drawingml/2006/main">
              <a:ext uri="{FF2B5EF4-FFF2-40B4-BE49-F238E27FC236}">
                <a16:creationId xmlns:a16="http://schemas.microsoft.com/office/drawing/2014/main" id="{CA73E757-8903-45EE-84EE-3EDEB683D9F4}"/>
              </a:ext>
            </a:extLst>
          </p:cNvPr>
          <p:cNvSpPr>
            <a:spLocks xmlns:a="http://schemas.openxmlformats.org/drawingml/2006/main" noGrp="1"/>
          </p:cNvSpPr>
          <p:nvPr/>
        </p:nvSpPr>
        <p:spPr>
          <a:xfrm xmlns:a="http://schemas.openxmlformats.org/drawingml/2006/main">
            <a:off x="2705100" y="1952625"/>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052"/>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Aadhaar boundary</a:t>
            </a:r>
          </a:p>
        </p:txBody>
      </p:sp>
      <p:sp>
        <p:nvSpPr>
          <p:cNvPr id="11" name="boundary-detail">
            <a:extLst xmlns:a="http://schemas.openxmlformats.org/drawingml/2006/main">
              <a:ext uri="{FF2B5EF4-FFF2-40B4-BE49-F238E27FC236}">
                <a16:creationId xmlns:a16="http://schemas.microsoft.com/office/drawing/2014/main" id="{DEFA8F30-4AD7-4A4D-AC5F-3DD9B34DDDD6}"/>
              </a:ext>
            </a:extLst>
          </p:cNvPr>
          <p:cNvSpPr>
            <a:spLocks xmlns:a="http://schemas.openxmlformats.org/drawingml/2006/main" noGrp="1"/>
          </p:cNvSpPr>
          <p:nvPr/>
        </p:nvSpPr>
        <p:spPr>
          <a:xfrm xmlns:a="http://schemas.openxmlformats.org/drawingml/2006/main">
            <a:off x="2705100" y="2228850"/>
            <a:ext cx="15430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98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YOLO segmentation + OpenCV quadrilaterals</a:t>
            </a:r>
          </a:p>
        </p:txBody>
      </p:sp>
      <p:sp>
        <p:nvSpPr>
          <p:cNvPr id="12" name="rectify">
            <a:extLst xmlns:a="http://schemas.openxmlformats.org/drawingml/2006/main">
              <a:ext uri="{FF2B5EF4-FFF2-40B4-BE49-F238E27FC236}">
                <a16:creationId xmlns:a16="http://schemas.microsoft.com/office/drawing/2014/main" id="{1A6379F4-78DE-4E1A-A099-F39CA301A1CF}"/>
              </a:ext>
            </a:extLst>
          </p:cNvPr>
          <p:cNvSpPr>
            <a:spLocks xmlns:a="http://schemas.openxmlformats.org/drawingml/2006/main" noGrp="1"/>
          </p:cNvSpPr>
          <p:nvPr/>
        </p:nvSpPr>
        <p:spPr>
          <a:xfrm xmlns:a="http://schemas.openxmlformats.org/drawingml/2006/main">
            <a:off x="4724400" y="1657350"/>
            <a:ext cx="161925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1430">
            <a:solidFill>
              <a:srgbClr val="D5E2D9"/>
            </a:solidFill>
            <a:prstDash val="solid"/>
          </a:ln>
        </p:spPr>
      </p:sp>
      <p:sp>
        <p:nvSpPr>
          <p:cNvPr id="13" name="rectify-step">
            <a:extLst xmlns:a="http://schemas.openxmlformats.org/drawingml/2006/main">
              <a:ext uri="{FF2B5EF4-FFF2-40B4-BE49-F238E27FC236}">
                <a16:creationId xmlns:a16="http://schemas.microsoft.com/office/drawing/2014/main" id="{3E763F70-E7D5-4C6A-BA03-4BFE73B79887}"/>
              </a:ext>
            </a:extLst>
          </p:cNvPr>
          <p:cNvSpPr>
            <a:spLocks xmlns:a="http://schemas.openxmlformats.org/drawingml/2006/main" noGrp="1"/>
          </p:cNvSpPr>
          <p:nvPr/>
        </p:nvSpPr>
        <p:spPr>
          <a:xfrm xmlns:a="http://schemas.openxmlformats.org/drawingml/2006/main">
            <a:off x="4857750" y="17430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03</a:t>
            </a:r>
          </a:p>
        </p:txBody>
      </p:sp>
      <p:sp>
        <p:nvSpPr>
          <p:cNvPr id="14" name="rectify-title">
            <a:extLst xmlns:a="http://schemas.openxmlformats.org/drawingml/2006/main">
              <a:ext uri="{FF2B5EF4-FFF2-40B4-BE49-F238E27FC236}">
                <a16:creationId xmlns:a16="http://schemas.microsoft.com/office/drawing/2014/main" id="{B37A6D84-FF29-453C-9CBA-5E8A1FEE9E8F}"/>
              </a:ext>
            </a:extLst>
          </p:cNvPr>
          <p:cNvSpPr>
            <a:spLocks xmlns:a="http://schemas.openxmlformats.org/drawingml/2006/main" noGrp="1"/>
          </p:cNvSpPr>
          <p:nvPr/>
        </p:nvSpPr>
        <p:spPr>
          <a:xfrm xmlns:a="http://schemas.openxmlformats.org/drawingml/2006/main">
            <a:off x="4857750" y="1952625"/>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082"/>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Rectify + quality</a:t>
            </a:r>
          </a:p>
        </p:txBody>
      </p:sp>
      <p:sp>
        <p:nvSpPr>
          <p:cNvPr id="15" name="rectify-detail">
            <a:extLst xmlns:a="http://schemas.openxmlformats.org/drawingml/2006/main">
              <a:ext uri="{FF2B5EF4-FFF2-40B4-BE49-F238E27FC236}">
                <a16:creationId xmlns:a16="http://schemas.microsoft.com/office/drawing/2014/main" id="{0E3552CE-2C9A-462D-9B84-EF4EA3DF4926}"/>
              </a:ext>
            </a:extLst>
          </p:cNvPr>
          <p:cNvSpPr>
            <a:spLocks xmlns:a="http://schemas.openxmlformats.org/drawingml/2006/main" noGrp="1"/>
          </p:cNvSpPr>
          <p:nvPr/>
        </p:nvSpPr>
        <p:spPr>
          <a:xfrm xmlns:a="http://schemas.openxmlformats.org/drawingml/2006/main">
            <a:off x="4857750" y="2228850"/>
            <a:ext cx="1352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98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Perspective, size and orientation checks</a:t>
            </a:r>
          </a:p>
        </p:txBody>
      </p:sp>
      <p:sp>
        <p:nvSpPr>
          <p:cNvPr id="16" name="read">
            <a:extLst xmlns:a="http://schemas.openxmlformats.org/drawingml/2006/main">
              <a:ext uri="{FF2B5EF4-FFF2-40B4-BE49-F238E27FC236}">
                <a16:creationId xmlns:a16="http://schemas.microsoft.com/office/drawing/2014/main" id="{8533BF30-5959-493B-AC80-70CA8421CF5F}"/>
              </a:ext>
            </a:extLst>
          </p:cNvPr>
          <p:cNvSpPr>
            <a:spLocks xmlns:a="http://schemas.openxmlformats.org/drawingml/2006/main" noGrp="1"/>
          </p:cNvSpPr>
          <p:nvPr/>
        </p:nvSpPr>
        <p:spPr>
          <a:xfrm xmlns:a="http://schemas.openxmlformats.org/drawingml/2006/main">
            <a:off x="6686550" y="1657350"/>
            <a:ext cx="180975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1430">
            <a:solidFill>
              <a:srgbClr val="D5E2D9"/>
            </a:solidFill>
            <a:prstDash val="solid"/>
          </a:ln>
        </p:spPr>
      </p:sp>
      <p:sp>
        <p:nvSpPr>
          <p:cNvPr id="17" name="read-step">
            <a:extLst xmlns:a="http://schemas.openxmlformats.org/drawingml/2006/main">
              <a:ext uri="{FF2B5EF4-FFF2-40B4-BE49-F238E27FC236}">
                <a16:creationId xmlns:a16="http://schemas.microsoft.com/office/drawing/2014/main" id="{E0BDF1DE-870B-4A8C-8B2C-48698D302129}"/>
              </a:ext>
            </a:extLst>
          </p:cNvPr>
          <p:cNvSpPr>
            <a:spLocks xmlns:a="http://schemas.openxmlformats.org/drawingml/2006/main" noGrp="1"/>
          </p:cNvSpPr>
          <p:nvPr/>
        </p:nvSpPr>
        <p:spPr>
          <a:xfrm xmlns:a="http://schemas.openxmlformats.org/drawingml/2006/main">
            <a:off x="6819900" y="17430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04</a:t>
            </a:r>
          </a:p>
        </p:txBody>
      </p:sp>
      <p:sp>
        <p:nvSpPr>
          <p:cNvPr id="18" name="read-title">
            <a:extLst xmlns:a="http://schemas.openxmlformats.org/drawingml/2006/main">
              <a:ext uri="{FF2B5EF4-FFF2-40B4-BE49-F238E27FC236}">
                <a16:creationId xmlns:a16="http://schemas.microsoft.com/office/drawing/2014/main" id="{AC822A5F-7A57-4C02-BC8F-AEB7D96B8D5F}"/>
              </a:ext>
            </a:extLst>
          </p:cNvPr>
          <p:cNvSpPr>
            <a:spLocks xmlns:a="http://schemas.openxmlformats.org/drawingml/2006/main" noGrp="1"/>
          </p:cNvSpPr>
          <p:nvPr/>
        </p:nvSpPr>
        <p:spPr>
          <a:xfrm xmlns:a="http://schemas.openxmlformats.org/drawingml/2006/main">
            <a:off x="6819900" y="1952625"/>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Read number</a:t>
            </a:r>
          </a:p>
        </p:txBody>
      </p:sp>
      <p:sp>
        <p:nvSpPr>
          <p:cNvPr id="19" name="read-detail">
            <a:extLst xmlns:a="http://schemas.openxmlformats.org/drawingml/2006/main">
              <a:ext uri="{FF2B5EF4-FFF2-40B4-BE49-F238E27FC236}">
                <a16:creationId xmlns:a16="http://schemas.microsoft.com/office/drawing/2014/main" id="{BB036A57-5A52-4A03-9570-A5C30CEA56DF}"/>
              </a:ext>
            </a:extLst>
          </p:cNvPr>
          <p:cNvSpPr>
            <a:spLocks xmlns:a="http://schemas.openxmlformats.org/drawingml/2006/main" noGrp="1"/>
          </p:cNvSpPr>
          <p:nvPr/>
        </p:nvSpPr>
        <p:spPr>
          <a:xfrm xmlns:a="http://schemas.openxmlformats.org/drawingml/2006/main">
            <a:off x="6819900" y="2228850"/>
            <a:ext cx="15430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98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OCR positions + YOLO boxes</a:t>
            </a:r>
          </a:p>
        </p:txBody>
      </p:sp>
      <p:sp>
        <p:nvSpPr>
          <p:cNvPr id="20" name="verify">
            <a:extLst xmlns:a="http://schemas.openxmlformats.org/drawingml/2006/main">
              <a:ext uri="{FF2B5EF4-FFF2-40B4-BE49-F238E27FC236}">
                <a16:creationId xmlns:a16="http://schemas.microsoft.com/office/drawing/2014/main" id="{44DAC724-C968-42D8-B53A-38F194DC5CEA}"/>
              </a:ext>
            </a:extLst>
          </p:cNvPr>
          <p:cNvSpPr>
            <a:spLocks xmlns:a="http://schemas.openxmlformats.org/drawingml/2006/main" noGrp="1"/>
          </p:cNvSpPr>
          <p:nvPr/>
        </p:nvSpPr>
        <p:spPr>
          <a:xfrm xmlns:a="http://schemas.openxmlformats.org/drawingml/2006/main">
            <a:off x="8839200" y="1657350"/>
            <a:ext cx="2743200" cy="933450"/>
          </a:xfrm>
          <a:prstGeom xmlns:a="http://schemas.openxmlformats.org/drawingml/2006/main" prst="roundRect">
            <a:avLst>
              <a:gd name="adj" fmla="val 12245"/>
            </a:avLst>
          </a:prstGeom>
          <a:solidFill xmlns:a="http://schemas.openxmlformats.org/drawingml/2006/main">
            <a:srgbClr val="E8F1EA"/>
          </a:solidFill>
          <a:ln xmlns:a="http://schemas.openxmlformats.org/drawingml/2006/main" w="11430">
            <a:solidFill>
              <a:srgbClr val="B7D4BF"/>
            </a:solidFill>
            <a:prstDash val="solid"/>
          </a:ln>
        </p:spPr>
      </p:sp>
      <p:sp>
        <p:nvSpPr>
          <p:cNvPr id="21" name="verify-step">
            <a:extLst xmlns:a="http://schemas.openxmlformats.org/drawingml/2006/main">
              <a:ext uri="{FF2B5EF4-FFF2-40B4-BE49-F238E27FC236}">
                <a16:creationId xmlns:a16="http://schemas.microsoft.com/office/drawing/2014/main" id="{8B549088-F2B8-4A7F-9A85-D82D4638FC4F}"/>
              </a:ext>
            </a:extLst>
          </p:cNvPr>
          <p:cNvSpPr>
            <a:spLocks xmlns:a="http://schemas.openxmlformats.org/drawingml/2006/main" noGrp="1"/>
          </p:cNvSpPr>
          <p:nvPr/>
        </p:nvSpPr>
        <p:spPr>
          <a:xfrm xmlns:a="http://schemas.openxmlformats.org/drawingml/2006/main">
            <a:off x="8972550" y="17430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05</a:t>
            </a:r>
          </a:p>
        </p:txBody>
      </p:sp>
      <p:sp>
        <p:nvSpPr>
          <p:cNvPr id="22" name="verify-title">
            <a:extLst xmlns:a="http://schemas.openxmlformats.org/drawingml/2006/main">
              <a:ext uri="{FF2B5EF4-FFF2-40B4-BE49-F238E27FC236}">
                <a16:creationId xmlns:a16="http://schemas.microsoft.com/office/drawing/2014/main" id="{A91F3278-8159-40D7-98B2-189F77BE2A75}"/>
              </a:ext>
            </a:extLst>
          </p:cNvPr>
          <p:cNvSpPr>
            <a:spLocks xmlns:a="http://schemas.openxmlformats.org/drawingml/2006/main" noGrp="1"/>
          </p:cNvSpPr>
          <p:nvPr/>
        </p:nvSpPr>
        <p:spPr>
          <a:xfrm xmlns:a="http://schemas.openxmlformats.org/drawingml/2006/main">
            <a:off x="8972550" y="19526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Verhoeff + identity gate</a:t>
            </a:r>
          </a:p>
        </p:txBody>
      </p:sp>
      <p:sp>
        <p:nvSpPr>
          <p:cNvPr id="23" name="verify-detail">
            <a:extLst xmlns:a="http://schemas.openxmlformats.org/drawingml/2006/main">
              <a:ext uri="{FF2B5EF4-FFF2-40B4-BE49-F238E27FC236}">
                <a16:creationId xmlns:a16="http://schemas.microsoft.com/office/drawing/2014/main" id="{9116E618-C366-49BB-9352-2B43ACD4B3F8}"/>
              </a:ext>
            </a:extLst>
          </p:cNvPr>
          <p:cNvSpPr>
            <a:spLocks xmlns:a="http://schemas.openxmlformats.org/drawingml/2006/main" noGrp="1"/>
          </p:cNvSpPr>
          <p:nvPr/>
        </p:nvSpPr>
        <p:spPr>
          <a:xfrm xmlns:a="http://schemas.openxmlformats.org/drawingml/2006/main">
            <a:off x="8972550" y="222885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403"/>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12 digits, first-digit rule and Aadhaar context</a:t>
            </a:r>
          </a:p>
        </p:txBody>
      </p:sp>
      <p:sp>
        <p:nvSpPr>
          <p:cNvPr id="28" name="flow-lane-two">
            <a:extLst xmlns:a="http://schemas.openxmlformats.org/drawingml/2006/main">
              <a:ext uri="{FF2B5EF4-FFF2-40B4-BE49-F238E27FC236}">
                <a16:creationId xmlns:a16="http://schemas.microsoft.com/office/drawing/2014/main" id="{7B060F58-637C-4947-A1E4-D80685B627EB}"/>
              </a:ext>
            </a:extLst>
          </p:cNvPr>
          <p:cNvSpPr>
            <a:spLocks xmlns:a="http://schemas.openxmlformats.org/drawingml/2006/main" noGrp="1"/>
          </p:cNvSpPr>
          <p:nvPr/>
        </p:nvSpPr>
        <p:spPr>
          <a:xfrm xmlns:a="http://schemas.openxmlformats.org/drawingml/2006/main">
            <a:off x="628650" y="35337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06B4D"/>
                </a:solidFill>
                <a:latin typeface="Arial"/>
                <a:ea typeface="Arial"/>
                <a:cs typeface="Arial"/>
              </a:defRPr>
            </a:defPPr>
            <a:lvl1pPr algn="l">
              <a:defRPr sz="1125" b="1">
                <a:solidFill>
                  <a:srgbClr val="206B4D"/>
                </a:solidFill>
                <a:latin typeface="Arial"/>
                <a:ea typeface="Arial"/>
                <a:cs typeface="Arial"/>
              </a:defRPr>
            </a:lvl1pPr>
            <a:lvl2pPr algn="l">
              <a:defRPr sz="1125" b="1">
                <a:solidFill>
                  <a:srgbClr val="206B4D"/>
                </a:solidFill>
                <a:latin typeface="Arial"/>
                <a:ea typeface="Arial"/>
                <a:cs typeface="Arial"/>
              </a:defRPr>
            </a:lvl2pPr>
            <a:lvl3pPr algn="l">
              <a:defRPr sz="1125" b="1">
                <a:solidFill>
                  <a:srgbClr val="206B4D"/>
                </a:solidFill>
                <a:latin typeface="Arial"/>
                <a:ea typeface="Arial"/>
                <a:cs typeface="Arial"/>
              </a:defRPr>
            </a:lvl3pPr>
            <a:lvl4pPr algn="l">
              <a:defRPr sz="1125" b="1">
                <a:solidFill>
                  <a:srgbClr val="206B4D"/>
                </a:solidFill>
                <a:latin typeface="Arial"/>
                <a:ea typeface="Arial"/>
                <a:cs typeface="Arial"/>
              </a:defRPr>
            </a:lvl4pPr>
            <a:lvl5pPr algn="l">
              <a:defRPr sz="1125" b="1">
                <a:solidFill>
                  <a:srgbClr val="206B4D"/>
                </a:solidFill>
                <a:latin typeface="Arial"/>
                <a:ea typeface="Arial"/>
                <a:cs typeface="Arial"/>
              </a:defRPr>
            </a:lvl5pPr>
            <a:lvl6pPr algn="l">
              <a:defRPr sz="1125" b="1">
                <a:solidFill>
                  <a:srgbClr val="206B4D"/>
                </a:solidFill>
                <a:latin typeface="Arial"/>
                <a:ea typeface="Arial"/>
                <a:cs typeface="Arial"/>
              </a:defRPr>
            </a:lvl6pPr>
            <a:lvl7pPr algn="l">
              <a:defRPr sz="1125" b="1">
                <a:solidFill>
                  <a:srgbClr val="206B4D"/>
                </a:solidFill>
                <a:latin typeface="Arial"/>
                <a:ea typeface="Arial"/>
                <a:cs typeface="Arial"/>
              </a:defRPr>
            </a:lvl7pPr>
            <a:lvl8pPr algn="l">
              <a:defRPr sz="1125" b="1">
                <a:solidFill>
                  <a:srgbClr val="206B4D"/>
                </a:solidFill>
                <a:latin typeface="Arial"/>
                <a:ea typeface="Arial"/>
                <a:cs typeface="Arial"/>
              </a:defRPr>
            </a:lvl8pPr>
            <a:lvl9pPr algn="l">
              <a:defRPr sz="1125" b="1">
                <a:solidFill>
                  <a:srgbClr val="206B4D"/>
                </a:solidFill>
                <a:latin typeface="Arial"/>
                <a:ea typeface="Arial"/>
                <a:cs typeface="Arial"/>
              </a:defRPr>
            </a:lvl9pPr>
          </a:lstStyle>
          <a:p xmlns:a="http://schemas.openxmlformats.org/drawingml/2006/main">
            <a:pPr algn="l">
              <a:defRPr sz="1125" b="1">
                <a:solidFill>
                  <a:srgbClr val="206B4D"/>
                </a:solidFill>
                <a:latin typeface="Arial"/>
                <a:ea typeface="Arial"/>
                <a:cs typeface="Arial"/>
              </a:defRPr>
            </a:pPr>
            <a:r>
              <a:rPr sz="1125" b="1">
                <a:solidFill>
                  <a:srgbClr val="206B4D"/>
                </a:solidFill>
                <a:latin typeface="Arial"/>
                <a:ea typeface="Arial"/>
                <a:cs typeface="Arial"/>
              </a:rPr>
              <a:t>02  MASK, THEN VERIFY THE OUTPUT</a:t>
            </a:r>
          </a:p>
        </p:txBody>
      </p:sp>
      <p:sp>
        <p:nvSpPr>
          <p:cNvPr id="29" name="locate-digits">
            <a:extLst xmlns:a="http://schemas.openxmlformats.org/drawingml/2006/main">
              <a:ext uri="{FF2B5EF4-FFF2-40B4-BE49-F238E27FC236}">
                <a16:creationId xmlns:a16="http://schemas.microsoft.com/office/drawing/2014/main" id="{0398C479-72E7-4A1A-B8E5-1940B7B53D48}"/>
              </a:ext>
            </a:extLst>
          </p:cNvPr>
          <p:cNvSpPr>
            <a:spLocks xmlns:a="http://schemas.openxmlformats.org/drawingml/2006/main" noGrp="1"/>
          </p:cNvSpPr>
          <p:nvPr/>
        </p:nvSpPr>
        <p:spPr>
          <a:xfrm xmlns:a="http://schemas.openxmlformats.org/drawingml/2006/main">
            <a:off x="9296400" y="3848100"/>
            <a:ext cx="2286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1430">
            <a:solidFill>
              <a:srgbClr val="D5E2D9"/>
            </a:solidFill>
            <a:prstDash val="solid"/>
          </a:ln>
        </p:spPr>
      </p:sp>
      <p:sp>
        <p:nvSpPr>
          <p:cNvPr id="30" name="locate-digits-step">
            <a:extLst xmlns:a="http://schemas.openxmlformats.org/drawingml/2006/main">
              <a:ext uri="{FF2B5EF4-FFF2-40B4-BE49-F238E27FC236}">
                <a16:creationId xmlns:a16="http://schemas.microsoft.com/office/drawing/2014/main" id="{644F4F55-AB9B-405A-AD9B-C4E2ED33D6B2}"/>
              </a:ext>
            </a:extLst>
          </p:cNvPr>
          <p:cNvSpPr>
            <a:spLocks xmlns:a="http://schemas.openxmlformats.org/drawingml/2006/main" noGrp="1"/>
          </p:cNvSpPr>
          <p:nvPr/>
        </p:nvSpPr>
        <p:spPr>
          <a:xfrm xmlns:a="http://schemas.openxmlformats.org/drawingml/2006/main">
            <a:off x="9429750" y="3933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06</a:t>
            </a:r>
          </a:p>
        </p:txBody>
      </p:sp>
      <p:sp>
        <p:nvSpPr>
          <p:cNvPr id="31" name="locate-digits-title">
            <a:extLst xmlns:a="http://schemas.openxmlformats.org/drawingml/2006/main">
              <a:ext uri="{FF2B5EF4-FFF2-40B4-BE49-F238E27FC236}">
                <a16:creationId xmlns:a16="http://schemas.microsoft.com/office/drawing/2014/main" id="{9A46C6A6-5708-49D6-90B5-FFEF94433EFB}"/>
              </a:ext>
            </a:extLst>
          </p:cNvPr>
          <p:cNvSpPr>
            <a:spLocks xmlns:a="http://schemas.openxmlformats.org/drawingml/2006/main" noGrp="1"/>
          </p:cNvSpPr>
          <p:nvPr/>
        </p:nvSpPr>
        <p:spPr>
          <a:xfrm xmlns:a="http://schemas.openxmlformats.org/drawingml/2006/main">
            <a:off x="9429750" y="4143375"/>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Locate digit boxes</a:t>
            </a:r>
          </a:p>
        </p:txBody>
      </p:sp>
      <p:sp>
        <p:nvSpPr>
          <p:cNvPr id="32" name="locate-digits-detail">
            <a:extLst xmlns:a="http://schemas.openxmlformats.org/drawingml/2006/main">
              <a:ext uri="{FF2B5EF4-FFF2-40B4-BE49-F238E27FC236}">
                <a16:creationId xmlns:a16="http://schemas.microsoft.com/office/drawing/2014/main" id="{EECBEA4D-9B70-4FF2-B776-D1E8F42AD927}"/>
              </a:ext>
            </a:extLst>
          </p:cNvPr>
          <p:cNvSpPr>
            <a:spLocks xmlns:a="http://schemas.openxmlformats.org/drawingml/2006/main" noGrp="1"/>
          </p:cNvSpPr>
          <p:nvPr/>
        </p:nvSpPr>
        <p:spPr>
          <a:xfrm xmlns:a="http://schemas.openxmlformats.org/drawingml/2006/main">
            <a:off x="9429750" y="44196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521"/>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Use OCR word-level coordinates</a:t>
            </a:r>
          </a:p>
        </p:txBody>
      </p:sp>
      <p:sp>
        <p:nvSpPr>
          <p:cNvPr id="33" name="mask-digits">
            <a:extLst xmlns:a="http://schemas.openxmlformats.org/drawingml/2006/main">
              <a:ext uri="{FF2B5EF4-FFF2-40B4-BE49-F238E27FC236}">
                <a16:creationId xmlns:a16="http://schemas.microsoft.com/office/drawing/2014/main" id="{9B3945FF-FCC9-48EC-8CDC-BCB624295384}"/>
              </a:ext>
            </a:extLst>
          </p:cNvPr>
          <p:cNvSpPr>
            <a:spLocks xmlns:a="http://schemas.openxmlformats.org/drawingml/2006/main" noGrp="1"/>
          </p:cNvSpPr>
          <p:nvPr/>
        </p:nvSpPr>
        <p:spPr>
          <a:xfrm xmlns:a="http://schemas.openxmlformats.org/drawingml/2006/main">
            <a:off x="6781800" y="3848100"/>
            <a:ext cx="2286000" cy="933450"/>
          </a:xfrm>
          <a:prstGeom xmlns:a="http://schemas.openxmlformats.org/drawingml/2006/main" prst="roundRect">
            <a:avLst>
              <a:gd name="adj" fmla="val 12245"/>
            </a:avLst>
          </a:prstGeom>
          <a:solidFill xmlns:a="http://schemas.openxmlformats.org/drawingml/2006/main">
            <a:srgbClr val="E8F1EA"/>
          </a:solidFill>
          <a:ln xmlns:a="http://schemas.openxmlformats.org/drawingml/2006/main" w="11430">
            <a:solidFill>
              <a:srgbClr val="B7D4BF"/>
            </a:solidFill>
            <a:prstDash val="solid"/>
          </a:ln>
        </p:spPr>
      </p:sp>
      <p:sp>
        <p:nvSpPr>
          <p:cNvPr id="34" name="mask-digits-step">
            <a:extLst xmlns:a="http://schemas.openxmlformats.org/drawingml/2006/main">
              <a:ext uri="{FF2B5EF4-FFF2-40B4-BE49-F238E27FC236}">
                <a16:creationId xmlns:a16="http://schemas.microsoft.com/office/drawing/2014/main" id="{F576FA43-1988-444F-BB05-6D6ECEE3260E}"/>
              </a:ext>
            </a:extLst>
          </p:cNvPr>
          <p:cNvSpPr>
            <a:spLocks xmlns:a="http://schemas.openxmlformats.org/drawingml/2006/main" noGrp="1"/>
          </p:cNvSpPr>
          <p:nvPr/>
        </p:nvSpPr>
        <p:spPr>
          <a:xfrm xmlns:a="http://schemas.openxmlformats.org/drawingml/2006/main">
            <a:off x="6915150" y="3933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07</a:t>
            </a:r>
          </a:p>
        </p:txBody>
      </p:sp>
      <p:sp>
        <p:nvSpPr>
          <p:cNvPr id="35" name="mask-digits-title">
            <a:extLst xmlns:a="http://schemas.openxmlformats.org/drawingml/2006/main">
              <a:ext uri="{FF2B5EF4-FFF2-40B4-BE49-F238E27FC236}">
                <a16:creationId xmlns:a16="http://schemas.microsoft.com/office/drawing/2014/main" id="{30C756BF-13BC-4E84-ABC4-FE6C77EED052}"/>
              </a:ext>
            </a:extLst>
          </p:cNvPr>
          <p:cNvSpPr>
            <a:spLocks xmlns:a="http://schemas.openxmlformats.org/drawingml/2006/main" noGrp="1"/>
          </p:cNvSpPr>
          <p:nvPr/>
        </p:nvSpPr>
        <p:spPr>
          <a:xfrm xmlns:a="http://schemas.openxmlformats.org/drawingml/2006/main">
            <a:off x="6915150" y="4143375"/>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Mask digits 1–8</a:t>
            </a:r>
          </a:p>
        </p:txBody>
      </p:sp>
      <p:sp>
        <p:nvSpPr>
          <p:cNvPr id="36" name="mask-digits-detail">
            <a:extLst xmlns:a="http://schemas.openxmlformats.org/drawingml/2006/main">
              <a:ext uri="{FF2B5EF4-FFF2-40B4-BE49-F238E27FC236}">
                <a16:creationId xmlns:a16="http://schemas.microsoft.com/office/drawing/2014/main" id="{9D9EF5B4-9538-4043-BBD3-12D0AF8961DE}"/>
              </a:ext>
            </a:extLst>
          </p:cNvPr>
          <p:cNvSpPr>
            <a:spLocks xmlns:a="http://schemas.openxmlformats.org/drawingml/2006/main" noGrp="1"/>
          </p:cNvSpPr>
          <p:nvPr/>
        </p:nvSpPr>
        <p:spPr>
          <a:xfrm xmlns:a="http://schemas.openxmlformats.org/drawingml/2006/main">
            <a:off x="6915150" y="44196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26"/>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Leave only the final four visible</a:t>
            </a:r>
          </a:p>
        </p:txBody>
      </p:sp>
      <p:sp>
        <p:nvSpPr>
          <p:cNvPr id="37" name="audit">
            <a:extLst xmlns:a="http://schemas.openxmlformats.org/drawingml/2006/main">
              <a:ext uri="{FF2B5EF4-FFF2-40B4-BE49-F238E27FC236}">
                <a16:creationId xmlns:a16="http://schemas.microsoft.com/office/drawing/2014/main" id="{2200F7BB-4671-4E2A-96A8-00DB785A5671}"/>
              </a:ext>
            </a:extLst>
          </p:cNvPr>
          <p:cNvSpPr>
            <a:spLocks xmlns:a="http://schemas.openxmlformats.org/drawingml/2006/main" noGrp="1"/>
          </p:cNvSpPr>
          <p:nvPr/>
        </p:nvSpPr>
        <p:spPr>
          <a:xfrm xmlns:a="http://schemas.openxmlformats.org/drawingml/2006/main">
            <a:off x="4267200" y="3848100"/>
            <a:ext cx="2286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1430">
            <a:solidFill>
              <a:srgbClr val="D5E2D9"/>
            </a:solidFill>
            <a:prstDash val="solid"/>
          </a:ln>
        </p:spPr>
      </p:sp>
      <p:sp>
        <p:nvSpPr>
          <p:cNvPr id="38" name="audit-step">
            <a:extLst xmlns:a="http://schemas.openxmlformats.org/drawingml/2006/main">
              <a:ext uri="{FF2B5EF4-FFF2-40B4-BE49-F238E27FC236}">
                <a16:creationId xmlns:a16="http://schemas.microsoft.com/office/drawing/2014/main" id="{F6BC59F7-50C7-41E3-A705-A1F0CB294F8D}"/>
              </a:ext>
            </a:extLst>
          </p:cNvPr>
          <p:cNvSpPr>
            <a:spLocks xmlns:a="http://schemas.openxmlformats.org/drawingml/2006/main" noGrp="1"/>
          </p:cNvSpPr>
          <p:nvPr/>
        </p:nvSpPr>
        <p:spPr>
          <a:xfrm xmlns:a="http://schemas.openxmlformats.org/drawingml/2006/main">
            <a:off x="4400550" y="3933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08</a:t>
            </a:r>
          </a:p>
        </p:txBody>
      </p:sp>
      <p:sp>
        <p:nvSpPr>
          <p:cNvPr id="39" name="audit-title">
            <a:extLst xmlns:a="http://schemas.openxmlformats.org/drawingml/2006/main">
              <a:ext uri="{FF2B5EF4-FFF2-40B4-BE49-F238E27FC236}">
                <a16:creationId xmlns:a16="http://schemas.microsoft.com/office/drawing/2014/main" id="{A84F0DD1-F3FF-40F7-9EC1-F05D239E586F}"/>
              </a:ext>
            </a:extLst>
          </p:cNvPr>
          <p:cNvSpPr>
            <a:spLocks xmlns:a="http://schemas.openxmlformats.org/drawingml/2006/main" noGrp="1"/>
          </p:cNvSpPr>
          <p:nvPr/>
        </p:nvSpPr>
        <p:spPr>
          <a:xfrm xmlns:a="http://schemas.openxmlformats.org/drawingml/2006/main">
            <a:off x="4400550" y="4143375"/>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Post-mask OCR audit</a:t>
            </a:r>
          </a:p>
        </p:txBody>
      </p:sp>
      <p:sp>
        <p:nvSpPr>
          <p:cNvPr id="40" name="audit-detail">
            <a:extLst xmlns:a="http://schemas.openxmlformats.org/drawingml/2006/main">
              <a:ext uri="{FF2B5EF4-FFF2-40B4-BE49-F238E27FC236}">
                <a16:creationId xmlns:a16="http://schemas.microsoft.com/office/drawing/2014/main" id="{BB2C4142-55D1-45C5-80E6-092FA1A4E154}"/>
              </a:ext>
            </a:extLst>
          </p:cNvPr>
          <p:cNvSpPr>
            <a:spLocks xmlns:a="http://schemas.openxmlformats.org/drawingml/2006/main" noGrp="1"/>
          </p:cNvSpPr>
          <p:nvPr/>
        </p:nvSpPr>
        <p:spPr>
          <a:xfrm xmlns:a="http://schemas.openxmlformats.org/drawingml/2006/main">
            <a:off x="4400550" y="44196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98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A full number must no longer be readable</a:t>
            </a:r>
          </a:p>
        </p:txBody>
      </p:sp>
      <p:sp>
        <p:nvSpPr>
          <p:cNvPr id="41" name="pdf-output">
            <a:extLst xmlns:a="http://schemas.openxmlformats.org/drawingml/2006/main">
              <a:ext uri="{FF2B5EF4-FFF2-40B4-BE49-F238E27FC236}">
                <a16:creationId xmlns:a16="http://schemas.microsoft.com/office/drawing/2014/main" id="{7CA0CDB4-D9F0-4461-8B16-AC97C2521459}"/>
              </a:ext>
            </a:extLst>
          </p:cNvPr>
          <p:cNvSpPr>
            <a:spLocks xmlns:a="http://schemas.openxmlformats.org/drawingml/2006/main" noGrp="1"/>
          </p:cNvSpPr>
          <p:nvPr/>
        </p:nvSpPr>
        <p:spPr>
          <a:xfrm xmlns:a="http://schemas.openxmlformats.org/drawingml/2006/main">
            <a:off x="1752600" y="3848100"/>
            <a:ext cx="2286000" cy="933450"/>
          </a:xfrm>
          <a:prstGeom xmlns:a="http://schemas.openxmlformats.org/drawingml/2006/main" prst="roundRect">
            <a:avLst>
              <a:gd name="adj" fmla="val 12245"/>
            </a:avLst>
          </a:prstGeom>
          <a:solidFill xmlns:a="http://schemas.openxmlformats.org/drawingml/2006/main">
            <a:srgbClr val="206B4D"/>
          </a:solidFill>
          <a:ln xmlns:a="http://schemas.openxmlformats.org/drawingml/2006/main" w="11430">
            <a:solidFill>
              <a:srgbClr val="206B4D"/>
            </a:solidFill>
            <a:prstDash val="solid"/>
          </a:ln>
        </p:spPr>
      </p:sp>
      <p:sp>
        <p:nvSpPr>
          <p:cNvPr id="42" name="pdf-output-step">
            <a:extLst xmlns:a="http://schemas.openxmlformats.org/drawingml/2006/main">
              <a:ext uri="{FF2B5EF4-FFF2-40B4-BE49-F238E27FC236}">
                <a16:creationId xmlns:a16="http://schemas.microsoft.com/office/drawing/2014/main" id="{4AEEA152-999F-472F-A223-931D7403355E}"/>
              </a:ext>
            </a:extLst>
          </p:cNvPr>
          <p:cNvSpPr>
            <a:spLocks xmlns:a="http://schemas.openxmlformats.org/drawingml/2006/main" noGrp="1"/>
          </p:cNvSpPr>
          <p:nvPr/>
        </p:nvSpPr>
        <p:spPr>
          <a:xfrm xmlns:a="http://schemas.openxmlformats.org/drawingml/2006/main">
            <a:off x="1885950" y="3933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D2E9D8"/>
                </a:solidFill>
                <a:latin typeface="Arial"/>
                <a:ea typeface="Arial"/>
                <a:cs typeface="Arial"/>
              </a:defRPr>
            </a:defPPr>
            <a:lvl1pPr algn="l">
              <a:defRPr sz="1050" b="1">
                <a:solidFill>
                  <a:srgbClr val="D2E9D8"/>
                </a:solidFill>
                <a:latin typeface="Arial"/>
                <a:ea typeface="Arial"/>
                <a:cs typeface="Arial"/>
              </a:defRPr>
            </a:lvl1pPr>
            <a:lvl2pPr algn="l">
              <a:defRPr sz="1050" b="1">
                <a:solidFill>
                  <a:srgbClr val="D2E9D8"/>
                </a:solidFill>
                <a:latin typeface="Arial"/>
                <a:ea typeface="Arial"/>
                <a:cs typeface="Arial"/>
              </a:defRPr>
            </a:lvl2pPr>
            <a:lvl3pPr algn="l">
              <a:defRPr sz="1050" b="1">
                <a:solidFill>
                  <a:srgbClr val="D2E9D8"/>
                </a:solidFill>
                <a:latin typeface="Arial"/>
                <a:ea typeface="Arial"/>
                <a:cs typeface="Arial"/>
              </a:defRPr>
            </a:lvl3pPr>
            <a:lvl4pPr algn="l">
              <a:defRPr sz="1050" b="1">
                <a:solidFill>
                  <a:srgbClr val="D2E9D8"/>
                </a:solidFill>
                <a:latin typeface="Arial"/>
                <a:ea typeface="Arial"/>
                <a:cs typeface="Arial"/>
              </a:defRPr>
            </a:lvl4pPr>
            <a:lvl5pPr algn="l">
              <a:defRPr sz="1050" b="1">
                <a:solidFill>
                  <a:srgbClr val="D2E9D8"/>
                </a:solidFill>
                <a:latin typeface="Arial"/>
                <a:ea typeface="Arial"/>
                <a:cs typeface="Arial"/>
              </a:defRPr>
            </a:lvl5pPr>
            <a:lvl6pPr algn="l">
              <a:defRPr sz="1050" b="1">
                <a:solidFill>
                  <a:srgbClr val="D2E9D8"/>
                </a:solidFill>
                <a:latin typeface="Arial"/>
                <a:ea typeface="Arial"/>
                <a:cs typeface="Arial"/>
              </a:defRPr>
            </a:lvl6pPr>
            <a:lvl7pPr algn="l">
              <a:defRPr sz="1050" b="1">
                <a:solidFill>
                  <a:srgbClr val="D2E9D8"/>
                </a:solidFill>
                <a:latin typeface="Arial"/>
                <a:ea typeface="Arial"/>
                <a:cs typeface="Arial"/>
              </a:defRPr>
            </a:lvl7pPr>
            <a:lvl8pPr algn="l">
              <a:defRPr sz="1050" b="1">
                <a:solidFill>
                  <a:srgbClr val="D2E9D8"/>
                </a:solidFill>
                <a:latin typeface="Arial"/>
                <a:ea typeface="Arial"/>
                <a:cs typeface="Arial"/>
              </a:defRPr>
            </a:lvl8pPr>
            <a:lvl9pPr algn="l">
              <a:defRPr sz="1050" b="1">
                <a:solidFill>
                  <a:srgbClr val="D2E9D8"/>
                </a:solidFill>
                <a:latin typeface="Arial"/>
                <a:ea typeface="Arial"/>
                <a:cs typeface="Arial"/>
              </a:defRPr>
            </a:lvl9pPr>
          </a:lstStyle>
          <a:p xmlns:a="http://schemas.openxmlformats.org/drawingml/2006/main">
            <a:pPr algn="l">
              <a:defRPr sz="1050" b="1">
                <a:solidFill>
                  <a:srgbClr val="D2E9D8"/>
                </a:solidFill>
                <a:latin typeface="Arial"/>
                <a:ea typeface="Arial"/>
                <a:cs typeface="Arial"/>
              </a:defRPr>
            </a:pPr>
            <a:r>
              <a:rPr sz="1050" b="1">
                <a:solidFill>
                  <a:srgbClr val="D2E9D8"/>
                </a:solidFill>
                <a:latin typeface="Arial"/>
                <a:ea typeface="Arial"/>
                <a:cs typeface="Arial"/>
              </a:rPr>
              <a:t>09</a:t>
            </a:r>
          </a:p>
        </p:txBody>
      </p:sp>
      <p:sp>
        <p:nvSpPr>
          <p:cNvPr id="43" name="pdf-output-title">
            <a:extLst xmlns:a="http://schemas.openxmlformats.org/drawingml/2006/main">
              <a:ext uri="{FF2B5EF4-FFF2-40B4-BE49-F238E27FC236}">
                <a16:creationId xmlns:a16="http://schemas.microsoft.com/office/drawing/2014/main" id="{7FD85E87-76A1-4241-9E16-70FD44BE3575}"/>
              </a:ext>
            </a:extLst>
          </p:cNvPr>
          <p:cNvSpPr>
            <a:spLocks xmlns:a="http://schemas.openxmlformats.org/drawingml/2006/main" noGrp="1"/>
          </p:cNvSpPr>
          <p:nvPr/>
        </p:nvSpPr>
        <p:spPr>
          <a:xfrm xmlns:a="http://schemas.openxmlformats.org/drawingml/2006/main">
            <a:off x="1885950" y="4143375"/>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Flattened PDF</a:t>
            </a:r>
          </a:p>
        </p:txBody>
      </p:sp>
      <p:sp>
        <p:nvSpPr>
          <p:cNvPr id="44" name="pdf-output-detail">
            <a:extLst xmlns:a="http://schemas.openxmlformats.org/drawingml/2006/main">
              <a:ext uri="{FF2B5EF4-FFF2-40B4-BE49-F238E27FC236}">
                <a16:creationId xmlns:a16="http://schemas.microsoft.com/office/drawing/2014/main" id="{5D5BE82A-EDE3-479B-8271-16888452F4F1}"/>
              </a:ext>
            </a:extLst>
          </p:cNvPr>
          <p:cNvSpPr>
            <a:spLocks xmlns:a="http://schemas.openxmlformats.org/drawingml/2006/main" noGrp="1"/>
          </p:cNvSpPr>
          <p:nvPr/>
        </p:nvSpPr>
        <p:spPr>
          <a:xfrm xmlns:a="http://schemas.openxmlformats.org/drawingml/2006/main">
            <a:off x="1885950" y="44196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E8F2EC"/>
                </a:solidFill>
                <a:latin typeface="Arial"/>
                <a:ea typeface="Arial"/>
                <a:cs typeface="Arial"/>
              </a:defRPr>
            </a:defPPr>
            <a:lvl1pPr algn="l">
              <a:defRPr sz="1275">
                <a:solidFill>
                  <a:srgbClr val="E8F2EC"/>
                </a:solidFill>
                <a:latin typeface="Arial"/>
                <a:ea typeface="Arial"/>
                <a:cs typeface="Arial"/>
              </a:defRPr>
            </a:lvl1pPr>
            <a:lvl2pPr algn="l">
              <a:defRPr sz="1275">
                <a:solidFill>
                  <a:srgbClr val="E8F2EC"/>
                </a:solidFill>
                <a:latin typeface="Arial"/>
                <a:ea typeface="Arial"/>
                <a:cs typeface="Arial"/>
              </a:defRPr>
            </a:lvl2pPr>
            <a:lvl3pPr algn="l">
              <a:defRPr sz="1275">
                <a:solidFill>
                  <a:srgbClr val="E8F2EC"/>
                </a:solidFill>
                <a:latin typeface="Arial"/>
                <a:ea typeface="Arial"/>
                <a:cs typeface="Arial"/>
              </a:defRPr>
            </a:lvl3pPr>
            <a:lvl4pPr algn="l">
              <a:defRPr sz="1275">
                <a:solidFill>
                  <a:srgbClr val="E8F2EC"/>
                </a:solidFill>
                <a:latin typeface="Arial"/>
                <a:ea typeface="Arial"/>
                <a:cs typeface="Arial"/>
              </a:defRPr>
            </a:lvl4pPr>
            <a:lvl5pPr algn="l">
              <a:defRPr sz="1275">
                <a:solidFill>
                  <a:srgbClr val="E8F2EC"/>
                </a:solidFill>
                <a:latin typeface="Arial"/>
                <a:ea typeface="Arial"/>
                <a:cs typeface="Arial"/>
              </a:defRPr>
            </a:lvl5pPr>
            <a:lvl6pPr algn="l">
              <a:defRPr sz="1275">
                <a:solidFill>
                  <a:srgbClr val="E8F2EC"/>
                </a:solidFill>
                <a:latin typeface="Arial"/>
                <a:ea typeface="Arial"/>
                <a:cs typeface="Arial"/>
              </a:defRPr>
            </a:lvl6pPr>
            <a:lvl7pPr algn="l">
              <a:defRPr sz="1275">
                <a:solidFill>
                  <a:srgbClr val="E8F2EC"/>
                </a:solidFill>
                <a:latin typeface="Arial"/>
                <a:ea typeface="Arial"/>
                <a:cs typeface="Arial"/>
              </a:defRPr>
            </a:lvl7pPr>
            <a:lvl8pPr algn="l">
              <a:defRPr sz="1275">
                <a:solidFill>
                  <a:srgbClr val="E8F2EC"/>
                </a:solidFill>
                <a:latin typeface="Arial"/>
                <a:ea typeface="Arial"/>
                <a:cs typeface="Arial"/>
              </a:defRPr>
            </a:lvl8pPr>
            <a:lvl9pPr algn="l">
              <a:defRPr sz="1275">
                <a:solidFill>
                  <a:srgbClr val="E8F2EC"/>
                </a:solidFill>
                <a:latin typeface="Arial"/>
                <a:ea typeface="Arial"/>
                <a:cs typeface="Arial"/>
              </a:defRPr>
            </a:lvl9pPr>
          </a:lstStyle>
          <a:p xmlns:a="http://schemas.openxmlformats.org/drawingml/2006/main">
            <a:pPr algn="l">
              <a:defRPr sz="1275">
                <a:solidFill>
                  <a:srgbClr val="E8F2EC"/>
                </a:solidFill>
                <a:latin typeface="Arial"/>
                <a:ea typeface="Arial"/>
                <a:cs typeface="Arial"/>
              </a:defRPr>
            </a:pPr>
            <a:r>
              <a:rPr sz="1275">
                <a:solidFill>
                  <a:srgbClr val="E8F2EC"/>
                </a:solidFill>
                <a:latin typeface="Arial"/>
                <a:ea typeface="Arial"/>
                <a:cs typeface="Arial"/>
              </a:rPr>
              <a:t>Preview and download</a:t>
            </a:r>
          </a:p>
        </p:txBody>
      </p:sp>
      <p:sp>
        <p:nvSpPr>
          <p:cNvPr id="49" name="reject-callout">
            <a:extLst xmlns:a="http://schemas.openxmlformats.org/drawingml/2006/main">
              <a:ext uri="{FF2B5EF4-FFF2-40B4-BE49-F238E27FC236}">
                <a16:creationId xmlns:a16="http://schemas.microsoft.com/office/drawing/2014/main" id="{F85E92D0-EC05-45B7-B1D3-6448EA9E0D66}"/>
              </a:ext>
            </a:extLst>
          </p:cNvPr>
          <p:cNvSpPr>
            <a:spLocks xmlns:a="http://schemas.openxmlformats.org/drawingml/2006/main" noGrp="1"/>
          </p:cNvSpPr>
          <p:nvPr/>
        </p:nvSpPr>
        <p:spPr>
          <a:xfrm xmlns:a="http://schemas.openxmlformats.org/drawingml/2006/main">
            <a:off x="3714750" y="5238750"/>
            <a:ext cx="4953000" cy="514350"/>
          </a:xfrm>
          <a:prstGeom xmlns:a="http://schemas.openxmlformats.org/drawingml/2006/main" prst="roundRect">
            <a:avLst>
              <a:gd name="adj" fmla="val 18519"/>
            </a:avLst>
          </a:prstGeom>
          <a:solidFill xmlns:a="http://schemas.openxmlformats.org/drawingml/2006/main">
            <a:srgbClr val="F9ECE8"/>
          </a:solidFill>
          <a:ln xmlns:a="http://schemas.openxmlformats.org/drawingml/2006/main" w="11430">
            <a:solidFill>
              <a:srgbClr val="E6C5BC"/>
            </a:solidFill>
            <a:prstDash val="solid"/>
          </a:ln>
        </p:spPr>
      </p:sp>
      <p:sp>
        <p:nvSpPr>
          <p:cNvPr id="50" name="reject-callout-text">
            <a:extLst xmlns:a="http://schemas.openxmlformats.org/drawingml/2006/main">
              <a:ext uri="{FF2B5EF4-FFF2-40B4-BE49-F238E27FC236}">
                <a16:creationId xmlns:a16="http://schemas.microsoft.com/office/drawing/2014/main" id="{9BB9E6FD-5FE8-49FD-9035-07E56394714A}"/>
              </a:ext>
            </a:extLst>
          </p:cNvPr>
          <p:cNvSpPr>
            <a:spLocks xmlns:a="http://schemas.openxmlformats.org/drawingml/2006/main" noGrp="1"/>
          </p:cNvSpPr>
          <p:nvPr/>
        </p:nvSpPr>
        <p:spPr>
          <a:xfrm xmlns:a="http://schemas.openxmlformats.org/drawingml/2006/main">
            <a:off x="3924300" y="5324475"/>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35"/>
          </a:bodyPr>
          <a:lstStyle xmlns:a="http://schemas.openxmlformats.org/drawingml/2006/main">
            <a:defPPr algn="ctr">
              <a:defRPr sz="1275" b="1">
                <a:solidFill>
                  <a:srgbClr val="B55243"/>
                </a:solidFill>
                <a:latin typeface="Arial"/>
                <a:ea typeface="Arial"/>
                <a:cs typeface="Arial"/>
              </a:defRPr>
            </a:defPPr>
            <a:lvl1pPr algn="ctr">
              <a:defRPr sz="1275" b="1">
                <a:solidFill>
                  <a:srgbClr val="B55243"/>
                </a:solidFill>
                <a:latin typeface="Arial"/>
                <a:ea typeface="Arial"/>
                <a:cs typeface="Arial"/>
              </a:defRPr>
            </a:lvl1pPr>
            <a:lvl2pPr algn="ctr">
              <a:defRPr sz="1275" b="1">
                <a:solidFill>
                  <a:srgbClr val="B55243"/>
                </a:solidFill>
                <a:latin typeface="Arial"/>
                <a:ea typeface="Arial"/>
                <a:cs typeface="Arial"/>
              </a:defRPr>
            </a:lvl2pPr>
            <a:lvl3pPr algn="ctr">
              <a:defRPr sz="1275" b="1">
                <a:solidFill>
                  <a:srgbClr val="B55243"/>
                </a:solidFill>
                <a:latin typeface="Arial"/>
                <a:ea typeface="Arial"/>
                <a:cs typeface="Arial"/>
              </a:defRPr>
            </a:lvl3pPr>
            <a:lvl4pPr algn="ctr">
              <a:defRPr sz="1275" b="1">
                <a:solidFill>
                  <a:srgbClr val="B55243"/>
                </a:solidFill>
                <a:latin typeface="Arial"/>
                <a:ea typeface="Arial"/>
                <a:cs typeface="Arial"/>
              </a:defRPr>
            </a:lvl4pPr>
            <a:lvl5pPr algn="ctr">
              <a:defRPr sz="1275" b="1">
                <a:solidFill>
                  <a:srgbClr val="B55243"/>
                </a:solidFill>
                <a:latin typeface="Arial"/>
                <a:ea typeface="Arial"/>
                <a:cs typeface="Arial"/>
              </a:defRPr>
            </a:lvl5pPr>
            <a:lvl6pPr algn="ctr">
              <a:defRPr sz="1275" b="1">
                <a:solidFill>
                  <a:srgbClr val="B55243"/>
                </a:solidFill>
                <a:latin typeface="Arial"/>
                <a:ea typeface="Arial"/>
                <a:cs typeface="Arial"/>
              </a:defRPr>
            </a:lvl6pPr>
            <a:lvl7pPr algn="ctr">
              <a:defRPr sz="1275" b="1">
                <a:solidFill>
                  <a:srgbClr val="B55243"/>
                </a:solidFill>
                <a:latin typeface="Arial"/>
                <a:ea typeface="Arial"/>
                <a:cs typeface="Arial"/>
              </a:defRPr>
            </a:lvl7pPr>
            <a:lvl8pPr algn="ctr">
              <a:defRPr sz="1275" b="1">
                <a:solidFill>
                  <a:srgbClr val="B55243"/>
                </a:solidFill>
                <a:latin typeface="Arial"/>
                <a:ea typeface="Arial"/>
                <a:cs typeface="Arial"/>
              </a:defRPr>
            </a:lvl8pPr>
            <a:lvl9pPr algn="ctr">
              <a:defRPr sz="1275" b="1">
                <a:solidFill>
                  <a:srgbClr val="B55243"/>
                </a:solidFill>
                <a:latin typeface="Arial"/>
                <a:ea typeface="Arial"/>
                <a:cs typeface="Arial"/>
              </a:defRPr>
            </a:lvl9pPr>
          </a:lstStyle>
          <a:p xmlns:a="http://schemas.openxmlformats.org/drawingml/2006/main">
            <a:pPr algn="ctr">
              <a:defRPr sz="1275" b="1">
                <a:solidFill>
                  <a:srgbClr val="B55243"/>
                </a:solidFill>
                <a:latin typeface="Arial"/>
                <a:ea typeface="Arial"/>
                <a:cs typeface="Arial"/>
              </a:defRPr>
            </a:pPr>
            <a:r>
              <a:rPr sz="1275" b="1">
                <a:solidFill>
                  <a:srgbClr val="B55243"/>
                </a:solidFill>
                <a:latin typeface="Arial"/>
                <a:ea typeface="Arial"/>
                <a:cs typeface="Arial"/>
              </a:rPr>
              <a:t>Uncertain verification or a readable full number after masking → reject; no PDF is returned.</a:t>
            </a:r>
          </a:p>
        </p:txBody>
      </p:sp>
      <p:sp>
        <p:nvSpPr>
          <p:cNvPr id="51" name="footer-rule">
            <a:extLst xmlns:a="http://schemas.openxmlformats.org/drawingml/2006/main">
              <a:ext uri="{FF2B5EF4-FFF2-40B4-BE49-F238E27FC236}">
                <a16:creationId xmlns:a16="http://schemas.microsoft.com/office/drawing/2014/main" id="{3755099D-D7D0-4B2A-99A7-AACADAB3930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52" name="footer-label">
            <a:extLst xmlns:a="http://schemas.openxmlformats.org/drawingml/2006/main">
              <a:ext uri="{FF2B5EF4-FFF2-40B4-BE49-F238E27FC236}">
                <a16:creationId xmlns:a16="http://schemas.microsoft.com/office/drawing/2014/main" id="{6CE0A0F4-1CF0-4963-B0F8-9E89FB9F9A03}"/>
              </a:ext>
            </a:extLst>
          </p:cNvPr>
          <p:cNvSpPr>
            <a:spLocks xmlns:a="http://schemas.openxmlformats.org/drawingml/2006/main" noGrp="1"/>
          </p:cNvSpPr>
          <p:nvPr/>
        </p:nvSpPr>
        <p:spPr>
          <a:xfrm xmlns:a="http://schemas.openxmlformats.org/drawingml/2006/main">
            <a:off x="609600" y="642937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D716A"/>
                </a:solidFill>
                <a:latin typeface="Arial"/>
                <a:ea typeface="Arial"/>
                <a:cs typeface="Arial"/>
              </a:defRPr>
            </a:defPPr>
            <a:lvl1pPr algn="l">
              <a:defRPr sz="975" b="1">
                <a:solidFill>
                  <a:srgbClr val="5D716A"/>
                </a:solidFill>
                <a:latin typeface="Arial"/>
                <a:ea typeface="Arial"/>
                <a:cs typeface="Arial"/>
              </a:defRPr>
            </a:lvl1pPr>
            <a:lvl2pPr algn="l">
              <a:defRPr sz="975" b="1">
                <a:solidFill>
                  <a:srgbClr val="5D716A"/>
                </a:solidFill>
                <a:latin typeface="Arial"/>
                <a:ea typeface="Arial"/>
                <a:cs typeface="Arial"/>
              </a:defRPr>
            </a:lvl2pPr>
            <a:lvl3pPr algn="l">
              <a:defRPr sz="975" b="1">
                <a:solidFill>
                  <a:srgbClr val="5D716A"/>
                </a:solidFill>
                <a:latin typeface="Arial"/>
                <a:ea typeface="Arial"/>
                <a:cs typeface="Arial"/>
              </a:defRPr>
            </a:lvl3pPr>
            <a:lvl4pPr algn="l">
              <a:defRPr sz="975" b="1">
                <a:solidFill>
                  <a:srgbClr val="5D716A"/>
                </a:solidFill>
                <a:latin typeface="Arial"/>
                <a:ea typeface="Arial"/>
                <a:cs typeface="Arial"/>
              </a:defRPr>
            </a:lvl4pPr>
            <a:lvl5pPr algn="l">
              <a:defRPr sz="975" b="1">
                <a:solidFill>
                  <a:srgbClr val="5D716A"/>
                </a:solidFill>
                <a:latin typeface="Arial"/>
                <a:ea typeface="Arial"/>
                <a:cs typeface="Arial"/>
              </a:defRPr>
            </a:lvl5pPr>
            <a:lvl6pPr algn="l">
              <a:defRPr sz="975" b="1">
                <a:solidFill>
                  <a:srgbClr val="5D716A"/>
                </a:solidFill>
                <a:latin typeface="Arial"/>
                <a:ea typeface="Arial"/>
                <a:cs typeface="Arial"/>
              </a:defRPr>
            </a:lvl6pPr>
            <a:lvl7pPr algn="l">
              <a:defRPr sz="975" b="1">
                <a:solidFill>
                  <a:srgbClr val="5D716A"/>
                </a:solidFill>
                <a:latin typeface="Arial"/>
                <a:ea typeface="Arial"/>
                <a:cs typeface="Arial"/>
              </a:defRPr>
            </a:lvl7pPr>
            <a:lvl8pPr algn="l">
              <a:defRPr sz="975" b="1">
                <a:solidFill>
                  <a:srgbClr val="5D716A"/>
                </a:solidFill>
                <a:latin typeface="Arial"/>
                <a:ea typeface="Arial"/>
                <a:cs typeface="Arial"/>
              </a:defRPr>
            </a:lvl8pPr>
            <a:lvl9pPr algn="l">
              <a:defRPr sz="975" b="1">
                <a:solidFill>
                  <a:srgbClr val="5D716A"/>
                </a:solidFill>
                <a:latin typeface="Arial"/>
                <a:ea typeface="Arial"/>
                <a:cs typeface="Arial"/>
              </a:defRPr>
            </a:lvl9pPr>
          </a:lstStyle>
          <a:p xmlns:a="http://schemas.openxmlformats.org/drawingml/2006/main">
            <a:pPr algn="l">
              <a:defRPr sz="975" b="1">
                <a:solidFill>
                  <a:srgbClr val="5D716A"/>
                </a:solidFill>
                <a:latin typeface="Arial"/>
                <a:ea typeface="Arial"/>
                <a:cs typeface="Arial"/>
              </a:defRPr>
            </a:pPr>
            <a:r>
              <a:rPr sz="975" b="1">
                <a:solidFill>
                  <a:srgbClr val="5D716A"/>
                </a:solidFill>
                <a:latin typeface="Arial"/>
                <a:ea typeface="Arial"/>
                <a:cs typeface="Arial"/>
              </a:rPr>
              <a:t>AADHAAR MASKING WORKBENCH  ·  CLIENT SHOWCASE</a:t>
            </a:r>
          </a:p>
        </p:txBody>
      </p:sp>
      <p:sp>
        <p:nvSpPr>
          <p:cNvPr id="53" name="page-number">
            <a:extLst xmlns:a="http://schemas.openxmlformats.org/drawingml/2006/main">
              <a:ext uri="{FF2B5EF4-FFF2-40B4-BE49-F238E27FC236}">
                <a16:creationId xmlns:a16="http://schemas.microsoft.com/office/drawing/2014/main" id="{546D8B28-CE49-42D8-8A65-6905BF9FF657}"/>
              </a:ext>
            </a:extLst>
          </p:cNvPr>
          <p:cNvSpPr>
            <a:spLocks xmlns:a="http://schemas.openxmlformats.org/drawingml/2006/main" noGrp="1"/>
          </p:cNvSpPr>
          <p:nvPr/>
        </p:nvSpPr>
        <p:spPr>
          <a:xfrm xmlns:a="http://schemas.openxmlformats.org/drawingml/2006/main">
            <a:off x="10953750" y="64293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206B4D"/>
                </a:solidFill>
                <a:latin typeface="Arial"/>
                <a:ea typeface="Arial"/>
                <a:cs typeface="Arial"/>
              </a:defRPr>
            </a:defPPr>
            <a:lvl1pPr algn="r">
              <a:defRPr sz="975" b="1">
                <a:solidFill>
                  <a:srgbClr val="206B4D"/>
                </a:solidFill>
                <a:latin typeface="Arial"/>
                <a:ea typeface="Arial"/>
                <a:cs typeface="Arial"/>
              </a:defRPr>
            </a:lvl1pPr>
            <a:lvl2pPr algn="r">
              <a:defRPr sz="975" b="1">
                <a:solidFill>
                  <a:srgbClr val="206B4D"/>
                </a:solidFill>
                <a:latin typeface="Arial"/>
                <a:ea typeface="Arial"/>
                <a:cs typeface="Arial"/>
              </a:defRPr>
            </a:lvl2pPr>
            <a:lvl3pPr algn="r">
              <a:defRPr sz="975" b="1">
                <a:solidFill>
                  <a:srgbClr val="206B4D"/>
                </a:solidFill>
                <a:latin typeface="Arial"/>
                <a:ea typeface="Arial"/>
                <a:cs typeface="Arial"/>
              </a:defRPr>
            </a:lvl3pPr>
            <a:lvl4pPr algn="r">
              <a:defRPr sz="975" b="1">
                <a:solidFill>
                  <a:srgbClr val="206B4D"/>
                </a:solidFill>
                <a:latin typeface="Arial"/>
                <a:ea typeface="Arial"/>
                <a:cs typeface="Arial"/>
              </a:defRPr>
            </a:lvl4pPr>
            <a:lvl5pPr algn="r">
              <a:defRPr sz="975" b="1">
                <a:solidFill>
                  <a:srgbClr val="206B4D"/>
                </a:solidFill>
                <a:latin typeface="Arial"/>
                <a:ea typeface="Arial"/>
                <a:cs typeface="Arial"/>
              </a:defRPr>
            </a:lvl5pPr>
            <a:lvl6pPr algn="r">
              <a:defRPr sz="975" b="1">
                <a:solidFill>
                  <a:srgbClr val="206B4D"/>
                </a:solidFill>
                <a:latin typeface="Arial"/>
                <a:ea typeface="Arial"/>
                <a:cs typeface="Arial"/>
              </a:defRPr>
            </a:lvl6pPr>
            <a:lvl7pPr algn="r">
              <a:defRPr sz="975" b="1">
                <a:solidFill>
                  <a:srgbClr val="206B4D"/>
                </a:solidFill>
                <a:latin typeface="Arial"/>
                <a:ea typeface="Arial"/>
                <a:cs typeface="Arial"/>
              </a:defRPr>
            </a:lvl7pPr>
            <a:lvl8pPr algn="r">
              <a:defRPr sz="975" b="1">
                <a:solidFill>
                  <a:srgbClr val="206B4D"/>
                </a:solidFill>
                <a:latin typeface="Arial"/>
                <a:ea typeface="Arial"/>
                <a:cs typeface="Arial"/>
              </a:defRPr>
            </a:lvl8pPr>
            <a:lvl9pPr algn="r">
              <a:defRPr sz="975" b="1">
                <a:solidFill>
                  <a:srgbClr val="206B4D"/>
                </a:solidFill>
                <a:latin typeface="Arial"/>
                <a:ea typeface="Arial"/>
                <a:cs typeface="Arial"/>
              </a:defRPr>
            </a:lvl9pPr>
          </a:lstStyle>
          <a:p xmlns:a="http://schemas.openxmlformats.org/drawingml/2006/main">
            <a:pPr algn="r">
              <a:defRPr sz="975" b="1">
                <a:solidFill>
                  <a:srgbClr val="206B4D"/>
                </a:solidFill>
                <a:latin typeface="Arial"/>
                <a:ea typeface="Arial"/>
                <a:cs typeface="Arial"/>
              </a:defRPr>
            </a:pPr>
            <a:r>
              <a:rPr sz="975" b="1">
                <a:solidFill>
                  <a:srgbClr val="206B4D"/>
                </a:solidFill>
                <a:latin typeface="Arial"/>
                <a:ea typeface="Arial"/>
                <a:cs typeface="Arial"/>
              </a:rPr>
              <a:t>03 / 05</a:t>
            </a:r>
          </a:p>
        </p:txBody>
      </p:sp>
    </p:spTree>
    <p:extLst>
      <p:ext uri="{BB962C8B-B14F-4D97-AF65-F5344CB8AC3E}">
        <p14:creationId xmlns:p14="http://schemas.microsoft.com/office/powerpoint/2010/main" val="2047221748"/>
      </p:ext>
    </p:extLst>
  </p:cSld>
</p:sld>
</file>

<file path=ppt/slides/slide4.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C937872B-654B-458E-981B-6E863FA3506D}"/>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75" b="1">
                <a:solidFill>
                  <a:srgbClr val="17342F"/>
                </a:solidFill>
                <a:latin typeface="Arial"/>
                <a:ea typeface="Arial"/>
                <a:cs typeface="Arial"/>
              </a:defRPr>
            </a:defPPr>
            <a:lvl1pPr algn="l">
              <a:defRPr sz="3375" b="1">
                <a:solidFill>
                  <a:srgbClr val="17342F"/>
                </a:solidFill>
                <a:latin typeface="Arial"/>
                <a:ea typeface="Arial"/>
                <a:cs typeface="Arial"/>
              </a:defRPr>
            </a:lvl1pPr>
            <a:lvl2pPr algn="l">
              <a:defRPr sz="3375" b="1">
                <a:solidFill>
                  <a:srgbClr val="17342F"/>
                </a:solidFill>
                <a:latin typeface="Arial"/>
                <a:ea typeface="Arial"/>
                <a:cs typeface="Arial"/>
              </a:defRPr>
            </a:lvl2pPr>
            <a:lvl3pPr algn="l">
              <a:defRPr sz="3375" b="1">
                <a:solidFill>
                  <a:srgbClr val="17342F"/>
                </a:solidFill>
                <a:latin typeface="Arial"/>
                <a:ea typeface="Arial"/>
                <a:cs typeface="Arial"/>
              </a:defRPr>
            </a:lvl3pPr>
            <a:lvl4pPr algn="l">
              <a:defRPr sz="3375" b="1">
                <a:solidFill>
                  <a:srgbClr val="17342F"/>
                </a:solidFill>
                <a:latin typeface="Arial"/>
                <a:ea typeface="Arial"/>
                <a:cs typeface="Arial"/>
              </a:defRPr>
            </a:lvl4pPr>
            <a:lvl5pPr algn="l">
              <a:defRPr sz="3375" b="1">
                <a:solidFill>
                  <a:srgbClr val="17342F"/>
                </a:solidFill>
                <a:latin typeface="Arial"/>
                <a:ea typeface="Arial"/>
                <a:cs typeface="Arial"/>
              </a:defRPr>
            </a:lvl5pPr>
            <a:lvl6pPr algn="l">
              <a:defRPr sz="3375" b="1">
                <a:solidFill>
                  <a:srgbClr val="17342F"/>
                </a:solidFill>
                <a:latin typeface="Arial"/>
                <a:ea typeface="Arial"/>
                <a:cs typeface="Arial"/>
              </a:defRPr>
            </a:lvl6pPr>
            <a:lvl7pPr algn="l">
              <a:defRPr sz="3375" b="1">
                <a:solidFill>
                  <a:srgbClr val="17342F"/>
                </a:solidFill>
                <a:latin typeface="Arial"/>
                <a:ea typeface="Arial"/>
                <a:cs typeface="Arial"/>
              </a:defRPr>
            </a:lvl7pPr>
            <a:lvl8pPr algn="l">
              <a:defRPr sz="3375" b="1">
                <a:solidFill>
                  <a:srgbClr val="17342F"/>
                </a:solidFill>
                <a:latin typeface="Arial"/>
                <a:ea typeface="Arial"/>
                <a:cs typeface="Arial"/>
              </a:defRPr>
            </a:lvl8pPr>
            <a:lvl9pPr algn="l">
              <a:defRPr sz="3375" b="1">
                <a:solidFill>
                  <a:srgbClr val="17342F"/>
                </a:solidFill>
                <a:latin typeface="Arial"/>
                <a:ea typeface="Arial"/>
                <a:cs typeface="Arial"/>
              </a:defRPr>
            </a:lvl9pPr>
          </a:lstStyle>
          <a:p xmlns:a="http://schemas.openxmlformats.org/drawingml/2006/main">
            <a:pPr algn="l">
              <a:defRPr sz="3375" b="1">
                <a:solidFill>
                  <a:srgbClr val="17342F"/>
                </a:solidFill>
                <a:latin typeface="Arial"/>
                <a:ea typeface="Arial"/>
                <a:cs typeface="Arial"/>
              </a:defRPr>
            </a:pPr>
            <a:r>
              <a:rPr sz="3375" b="1">
                <a:solidFill>
                  <a:srgbClr val="17342F"/>
                </a:solidFill>
                <a:latin typeface="Arial"/>
                <a:ea typeface="Arial"/>
                <a:cs typeface="Arial"/>
              </a:rPr>
              <a:t>YOLO26 fine-tuning and model size</a:t>
            </a:r>
          </a:p>
        </p:txBody>
      </p:sp>
      <p:sp>
        <p:nvSpPr>
          <p:cNvPr id="2" name="slide-subtitle">
            <a:extLst xmlns:a="http://schemas.openxmlformats.org/drawingml/2006/main">
              <a:ext uri="{FF2B5EF4-FFF2-40B4-BE49-F238E27FC236}">
                <a16:creationId xmlns:a16="http://schemas.microsoft.com/office/drawing/2014/main" id="{6E6CF7EE-C7F9-413A-BD9C-DB6DC36E117A}"/>
              </a:ext>
            </a:extLst>
          </p:cNvPr>
          <p:cNvSpPr>
            <a:spLocks xmlns:a="http://schemas.openxmlformats.org/drawingml/2006/main" noGrp="1"/>
          </p:cNvSpPr>
          <p:nvPr/>
        </p:nvSpPr>
        <p:spPr>
          <a:xfrm xmlns:a="http://schemas.openxmlformats.org/drawingml/2006/main">
            <a:off x="628650" y="952500"/>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a:solidFill>
                  <a:srgbClr val="5D716A"/>
                </a:solidFill>
                <a:latin typeface="Arial"/>
                <a:ea typeface="Arial"/>
                <a:cs typeface="Arial"/>
              </a:defRPr>
            </a:defPPr>
            <a:lvl1pPr algn="l">
              <a:defRPr sz="1500">
                <a:solidFill>
                  <a:srgbClr val="5D716A"/>
                </a:solidFill>
                <a:latin typeface="Arial"/>
                <a:ea typeface="Arial"/>
                <a:cs typeface="Arial"/>
              </a:defRPr>
            </a:lvl1pPr>
            <a:lvl2pPr algn="l">
              <a:defRPr sz="1500">
                <a:solidFill>
                  <a:srgbClr val="5D716A"/>
                </a:solidFill>
                <a:latin typeface="Arial"/>
                <a:ea typeface="Arial"/>
                <a:cs typeface="Arial"/>
              </a:defRPr>
            </a:lvl2pPr>
            <a:lvl3pPr algn="l">
              <a:defRPr sz="1500">
                <a:solidFill>
                  <a:srgbClr val="5D716A"/>
                </a:solidFill>
                <a:latin typeface="Arial"/>
                <a:ea typeface="Arial"/>
                <a:cs typeface="Arial"/>
              </a:defRPr>
            </a:lvl3pPr>
            <a:lvl4pPr algn="l">
              <a:defRPr sz="1500">
                <a:solidFill>
                  <a:srgbClr val="5D716A"/>
                </a:solidFill>
                <a:latin typeface="Arial"/>
                <a:ea typeface="Arial"/>
                <a:cs typeface="Arial"/>
              </a:defRPr>
            </a:lvl4pPr>
            <a:lvl5pPr algn="l">
              <a:defRPr sz="1500">
                <a:solidFill>
                  <a:srgbClr val="5D716A"/>
                </a:solidFill>
                <a:latin typeface="Arial"/>
                <a:ea typeface="Arial"/>
                <a:cs typeface="Arial"/>
              </a:defRPr>
            </a:lvl5pPr>
            <a:lvl6pPr algn="l">
              <a:defRPr sz="1500">
                <a:solidFill>
                  <a:srgbClr val="5D716A"/>
                </a:solidFill>
                <a:latin typeface="Arial"/>
                <a:ea typeface="Arial"/>
                <a:cs typeface="Arial"/>
              </a:defRPr>
            </a:lvl6pPr>
            <a:lvl7pPr algn="l">
              <a:defRPr sz="1500">
                <a:solidFill>
                  <a:srgbClr val="5D716A"/>
                </a:solidFill>
                <a:latin typeface="Arial"/>
                <a:ea typeface="Arial"/>
                <a:cs typeface="Arial"/>
              </a:defRPr>
            </a:lvl7pPr>
            <a:lvl8pPr algn="l">
              <a:defRPr sz="1500">
                <a:solidFill>
                  <a:srgbClr val="5D716A"/>
                </a:solidFill>
                <a:latin typeface="Arial"/>
                <a:ea typeface="Arial"/>
                <a:cs typeface="Arial"/>
              </a:defRPr>
            </a:lvl8pPr>
            <a:lvl9pPr algn="l">
              <a:defRPr sz="1500">
                <a:solidFill>
                  <a:srgbClr val="5D716A"/>
                </a:solidFill>
                <a:latin typeface="Arial"/>
                <a:ea typeface="Arial"/>
                <a:cs typeface="Arial"/>
              </a:defRPr>
            </a:lvl9pPr>
          </a:lstStyle>
          <a:p xmlns:a="http://schemas.openxmlformats.org/drawingml/2006/main">
            <a:pPr algn="l">
              <a:defRPr sz="1500">
                <a:solidFill>
                  <a:srgbClr val="5D716A"/>
                </a:solidFill>
                <a:latin typeface="Arial"/>
                <a:ea typeface="Arial"/>
                <a:cs typeface="Arial"/>
              </a:defRPr>
            </a:pPr>
            <a:r>
              <a:rPr sz="1500">
                <a:solidFill>
                  <a:srgbClr val="5D716A"/>
                </a:solidFill>
                <a:latin typeface="Arial"/>
                <a:ea typeface="Arial"/>
                <a:cs typeface="Arial"/>
              </a:rPr>
              <a:t>COCO-pretrained nano starters were updated on task-specific synthetic labels; the network architecture stayed YOLO26.</a:t>
            </a:r>
          </a:p>
        </p:txBody>
      </p:sp>
      <p:sp>
        <p:nvSpPr>
          <p:cNvPr id="3" name="seg-task-label">
            <a:extLst xmlns:a="http://schemas.openxmlformats.org/drawingml/2006/main">
              <a:ext uri="{FF2B5EF4-FFF2-40B4-BE49-F238E27FC236}">
                <a16:creationId xmlns:a16="http://schemas.microsoft.com/office/drawing/2014/main" id="{3B6C1C9E-C689-4037-8761-BC01E3684ACC}"/>
              </a:ext>
            </a:extLst>
          </p:cNvPr>
          <p:cNvSpPr>
            <a:spLocks xmlns:a="http://schemas.openxmlformats.org/drawingml/2006/main" noGrp="1"/>
          </p:cNvSpPr>
          <p:nvPr/>
        </p:nvSpPr>
        <p:spPr>
          <a:xfrm xmlns:a="http://schemas.openxmlformats.org/drawingml/2006/main">
            <a:off x="628650" y="1485900"/>
            <a:ext cx="1828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557"/>
          </a:bodyPr>
          <a:lstStyle xmlns:a="http://schemas.openxmlformats.org/drawingml/2006/main">
            <a:defPPr algn="l">
              <a:defRPr sz="1125" b="1">
                <a:solidFill>
                  <a:srgbClr val="206B4D"/>
                </a:solidFill>
                <a:latin typeface="Arial"/>
                <a:ea typeface="Arial"/>
                <a:cs typeface="Arial"/>
              </a:defRPr>
            </a:defPPr>
            <a:lvl1pPr algn="l">
              <a:defRPr sz="1125" b="1">
                <a:solidFill>
                  <a:srgbClr val="206B4D"/>
                </a:solidFill>
                <a:latin typeface="Arial"/>
                <a:ea typeface="Arial"/>
                <a:cs typeface="Arial"/>
              </a:defRPr>
            </a:lvl1pPr>
            <a:lvl2pPr algn="l">
              <a:defRPr sz="1125" b="1">
                <a:solidFill>
                  <a:srgbClr val="206B4D"/>
                </a:solidFill>
                <a:latin typeface="Arial"/>
                <a:ea typeface="Arial"/>
                <a:cs typeface="Arial"/>
              </a:defRPr>
            </a:lvl2pPr>
            <a:lvl3pPr algn="l">
              <a:defRPr sz="1125" b="1">
                <a:solidFill>
                  <a:srgbClr val="206B4D"/>
                </a:solidFill>
                <a:latin typeface="Arial"/>
                <a:ea typeface="Arial"/>
                <a:cs typeface="Arial"/>
              </a:defRPr>
            </a:lvl3pPr>
            <a:lvl4pPr algn="l">
              <a:defRPr sz="1125" b="1">
                <a:solidFill>
                  <a:srgbClr val="206B4D"/>
                </a:solidFill>
                <a:latin typeface="Arial"/>
                <a:ea typeface="Arial"/>
                <a:cs typeface="Arial"/>
              </a:defRPr>
            </a:lvl4pPr>
            <a:lvl5pPr algn="l">
              <a:defRPr sz="1125" b="1">
                <a:solidFill>
                  <a:srgbClr val="206B4D"/>
                </a:solidFill>
                <a:latin typeface="Arial"/>
                <a:ea typeface="Arial"/>
                <a:cs typeface="Arial"/>
              </a:defRPr>
            </a:lvl5pPr>
            <a:lvl6pPr algn="l">
              <a:defRPr sz="1125" b="1">
                <a:solidFill>
                  <a:srgbClr val="206B4D"/>
                </a:solidFill>
                <a:latin typeface="Arial"/>
                <a:ea typeface="Arial"/>
                <a:cs typeface="Arial"/>
              </a:defRPr>
            </a:lvl6pPr>
            <a:lvl7pPr algn="l">
              <a:defRPr sz="1125" b="1">
                <a:solidFill>
                  <a:srgbClr val="206B4D"/>
                </a:solidFill>
                <a:latin typeface="Arial"/>
                <a:ea typeface="Arial"/>
                <a:cs typeface="Arial"/>
              </a:defRPr>
            </a:lvl7pPr>
            <a:lvl8pPr algn="l">
              <a:defRPr sz="1125" b="1">
                <a:solidFill>
                  <a:srgbClr val="206B4D"/>
                </a:solidFill>
                <a:latin typeface="Arial"/>
                <a:ea typeface="Arial"/>
                <a:cs typeface="Arial"/>
              </a:defRPr>
            </a:lvl8pPr>
            <a:lvl9pPr algn="l">
              <a:defRPr sz="1125" b="1">
                <a:solidFill>
                  <a:srgbClr val="206B4D"/>
                </a:solidFill>
                <a:latin typeface="Arial"/>
                <a:ea typeface="Arial"/>
                <a:cs typeface="Arial"/>
              </a:defRPr>
            </a:lvl9pPr>
          </a:lstStyle>
          <a:p xmlns:a="http://schemas.openxmlformats.org/drawingml/2006/main">
            <a:pPr algn="l">
              <a:defRPr sz="1125" b="1">
                <a:solidFill>
                  <a:srgbClr val="206B4D"/>
                </a:solidFill>
                <a:latin typeface="Arial"/>
                <a:ea typeface="Arial"/>
                <a:cs typeface="Arial"/>
              </a:defRPr>
            </a:pPr>
            <a:r>
              <a:rPr sz="1125" b="1">
                <a:solidFill>
                  <a:srgbClr val="206B4D"/>
                </a:solidFill>
                <a:latin typeface="Arial"/>
                <a:ea typeface="Arial"/>
                <a:cs typeface="Arial"/>
              </a:rPr>
              <a:t>DOCUMENT SEGMENTATION</a:t>
            </a:r>
          </a:p>
        </p:txBody>
      </p:sp>
      <p:sp>
        <p:nvSpPr>
          <p:cNvPr id="4" name="seg-task-classes">
            <a:extLst xmlns:a="http://schemas.openxmlformats.org/drawingml/2006/main">
              <a:ext uri="{FF2B5EF4-FFF2-40B4-BE49-F238E27FC236}">
                <a16:creationId xmlns:a16="http://schemas.microsoft.com/office/drawing/2014/main" id="{6D017BBF-AAC2-4354-8A26-550B89E04A73}"/>
              </a:ext>
            </a:extLst>
          </p:cNvPr>
          <p:cNvSpPr>
            <a:spLocks xmlns:a="http://schemas.openxmlformats.org/drawingml/2006/main" noGrp="1"/>
          </p:cNvSpPr>
          <p:nvPr/>
        </p:nvSpPr>
        <p:spPr>
          <a:xfrm xmlns:a="http://schemas.openxmlformats.org/drawingml/2006/main">
            <a:off x="628650" y="1781175"/>
            <a:ext cx="1828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Classes: aadhaar_front</a:t>
            </a:r>
          </a:p>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aadhaar_back · aadhaar_letter</a:t>
            </a:r>
          </a:p>
        </p:txBody>
      </p:sp>
      <p:sp>
        <p:nvSpPr>
          <p:cNvPr id="5" name="seg-base-box">
            <a:extLst xmlns:a="http://schemas.openxmlformats.org/drawingml/2006/main">
              <a:ext uri="{FF2B5EF4-FFF2-40B4-BE49-F238E27FC236}">
                <a16:creationId xmlns:a16="http://schemas.microsoft.com/office/drawing/2014/main" id="{A3D71DE1-7858-40EF-8130-C57420110F82}"/>
              </a:ext>
            </a:extLst>
          </p:cNvPr>
          <p:cNvSpPr>
            <a:spLocks xmlns:a="http://schemas.openxmlformats.org/drawingml/2006/main" noGrp="1"/>
          </p:cNvSpPr>
          <p:nvPr/>
        </p:nvSpPr>
        <p:spPr>
          <a:xfrm xmlns:a="http://schemas.openxmlformats.org/drawingml/2006/main">
            <a:off x="2667000" y="1438275"/>
            <a:ext cx="2714625" cy="971550"/>
          </a:xfrm>
          <a:prstGeom xmlns:a="http://schemas.openxmlformats.org/drawingml/2006/main" prst="roundRect">
            <a:avLst>
              <a:gd name="adj" fmla="val 9804"/>
            </a:avLst>
          </a:prstGeom>
          <a:solidFill xmlns:a="http://schemas.openxmlformats.org/drawingml/2006/main">
            <a:srgbClr val="FFFFFF"/>
          </a:solidFill>
          <a:ln xmlns:a="http://schemas.openxmlformats.org/drawingml/2006/main" w="11430">
            <a:solidFill>
              <a:srgbClr val="D5E2D9"/>
            </a:solidFill>
            <a:prstDash val="solid"/>
          </a:ln>
        </p:spPr>
      </p:sp>
      <p:sp>
        <p:nvSpPr>
          <p:cNvPr id="6" name="seg-base-label">
            <a:extLst xmlns:a="http://schemas.openxmlformats.org/drawingml/2006/main">
              <a:ext uri="{FF2B5EF4-FFF2-40B4-BE49-F238E27FC236}">
                <a16:creationId xmlns:a16="http://schemas.microsoft.com/office/drawing/2014/main" id="{41779AA9-5F25-4FC1-B548-EE7F315993BB}"/>
              </a:ext>
            </a:extLst>
          </p:cNvPr>
          <p:cNvSpPr>
            <a:spLocks xmlns:a="http://schemas.openxmlformats.org/drawingml/2006/main" noGrp="1"/>
          </p:cNvSpPr>
          <p:nvPr/>
        </p:nvSpPr>
        <p:spPr>
          <a:xfrm xmlns:a="http://schemas.openxmlformats.org/drawingml/2006/main">
            <a:off x="2838450" y="15525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COCO STARTER</a:t>
            </a:r>
          </a:p>
        </p:txBody>
      </p:sp>
      <p:sp>
        <p:nvSpPr>
          <p:cNvPr id="7" name="seg-base-model">
            <a:extLst xmlns:a="http://schemas.openxmlformats.org/drawingml/2006/main">
              <a:ext uri="{FF2B5EF4-FFF2-40B4-BE49-F238E27FC236}">
                <a16:creationId xmlns:a16="http://schemas.microsoft.com/office/drawing/2014/main" id="{2CDAFE6D-8594-41B5-8C6B-32FFAAECEAEB}"/>
              </a:ext>
            </a:extLst>
          </p:cNvPr>
          <p:cNvSpPr>
            <a:spLocks xmlns:a="http://schemas.openxmlformats.org/drawingml/2006/main" noGrp="1"/>
          </p:cNvSpPr>
          <p:nvPr/>
        </p:nvSpPr>
        <p:spPr>
          <a:xfrm xmlns:a="http://schemas.openxmlformats.org/drawingml/2006/main">
            <a:off x="2838450" y="1790700"/>
            <a:ext cx="238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7342F"/>
                </a:solidFill>
                <a:latin typeface="Arial"/>
                <a:ea typeface="Arial"/>
                <a:cs typeface="Arial"/>
              </a:defRPr>
            </a:defPPr>
            <a:lvl1pPr algn="l">
              <a:defRPr sz="1800" b="1">
                <a:solidFill>
                  <a:srgbClr val="17342F"/>
                </a:solidFill>
                <a:latin typeface="Arial"/>
                <a:ea typeface="Arial"/>
                <a:cs typeface="Arial"/>
              </a:defRPr>
            </a:lvl1pPr>
            <a:lvl2pPr algn="l">
              <a:defRPr sz="1800" b="1">
                <a:solidFill>
                  <a:srgbClr val="17342F"/>
                </a:solidFill>
                <a:latin typeface="Arial"/>
                <a:ea typeface="Arial"/>
                <a:cs typeface="Arial"/>
              </a:defRPr>
            </a:lvl2pPr>
            <a:lvl3pPr algn="l">
              <a:defRPr sz="1800" b="1">
                <a:solidFill>
                  <a:srgbClr val="17342F"/>
                </a:solidFill>
                <a:latin typeface="Arial"/>
                <a:ea typeface="Arial"/>
                <a:cs typeface="Arial"/>
              </a:defRPr>
            </a:lvl3pPr>
            <a:lvl4pPr algn="l">
              <a:defRPr sz="1800" b="1">
                <a:solidFill>
                  <a:srgbClr val="17342F"/>
                </a:solidFill>
                <a:latin typeface="Arial"/>
                <a:ea typeface="Arial"/>
                <a:cs typeface="Arial"/>
              </a:defRPr>
            </a:lvl4pPr>
            <a:lvl5pPr algn="l">
              <a:defRPr sz="1800" b="1">
                <a:solidFill>
                  <a:srgbClr val="17342F"/>
                </a:solidFill>
                <a:latin typeface="Arial"/>
                <a:ea typeface="Arial"/>
                <a:cs typeface="Arial"/>
              </a:defRPr>
            </a:lvl5pPr>
            <a:lvl6pPr algn="l">
              <a:defRPr sz="1800" b="1">
                <a:solidFill>
                  <a:srgbClr val="17342F"/>
                </a:solidFill>
                <a:latin typeface="Arial"/>
                <a:ea typeface="Arial"/>
                <a:cs typeface="Arial"/>
              </a:defRPr>
            </a:lvl6pPr>
            <a:lvl7pPr algn="l">
              <a:defRPr sz="1800" b="1">
                <a:solidFill>
                  <a:srgbClr val="17342F"/>
                </a:solidFill>
                <a:latin typeface="Arial"/>
                <a:ea typeface="Arial"/>
                <a:cs typeface="Arial"/>
              </a:defRPr>
            </a:lvl7pPr>
            <a:lvl8pPr algn="l">
              <a:defRPr sz="1800" b="1">
                <a:solidFill>
                  <a:srgbClr val="17342F"/>
                </a:solidFill>
                <a:latin typeface="Arial"/>
                <a:ea typeface="Arial"/>
                <a:cs typeface="Arial"/>
              </a:defRPr>
            </a:lvl8pPr>
            <a:lvl9pPr algn="l">
              <a:defRPr sz="1800" b="1">
                <a:solidFill>
                  <a:srgbClr val="17342F"/>
                </a:solidFill>
                <a:latin typeface="Arial"/>
                <a:ea typeface="Arial"/>
                <a:cs typeface="Arial"/>
              </a:defRPr>
            </a:lvl9pPr>
          </a:lstStyle>
          <a:p xmlns:a="http://schemas.openxmlformats.org/drawingml/2006/main">
            <a:pPr algn="l">
              <a:defRPr sz="1800" b="1">
                <a:solidFill>
                  <a:srgbClr val="17342F"/>
                </a:solidFill>
                <a:latin typeface="Arial"/>
                <a:ea typeface="Arial"/>
                <a:cs typeface="Arial"/>
              </a:defRPr>
            </a:pPr>
            <a:r>
              <a:rPr sz="1800" b="1">
                <a:solidFill>
                  <a:srgbClr val="17342F"/>
                </a:solidFill>
                <a:latin typeface="Arial"/>
                <a:ea typeface="Arial"/>
                <a:cs typeface="Arial"/>
              </a:rPr>
              <a:t>yolo26n-seg.pt</a:t>
            </a:r>
          </a:p>
        </p:txBody>
      </p:sp>
      <p:sp>
        <p:nvSpPr>
          <p:cNvPr id="8" name="seg-base-size">
            <a:extLst xmlns:a="http://schemas.openxmlformats.org/drawingml/2006/main">
              <a:ext uri="{FF2B5EF4-FFF2-40B4-BE49-F238E27FC236}">
                <a16:creationId xmlns:a16="http://schemas.microsoft.com/office/drawing/2014/main" id="{1E74855C-B1C7-43C1-952B-F554314FD2EB}"/>
              </a:ext>
            </a:extLst>
          </p:cNvPr>
          <p:cNvSpPr>
            <a:spLocks xmlns:a="http://schemas.openxmlformats.org/drawingml/2006/main" noGrp="1"/>
          </p:cNvSpPr>
          <p:nvPr/>
        </p:nvSpPr>
        <p:spPr>
          <a:xfrm xmlns:a="http://schemas.openxmlformats.org/drawingml/2006/main">
            <a:off x="2838450" y="210502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6.41 MiB</a:t>
            </a:r>
          </a:p>
        </p:txBody>
      </p:sp>
      <p:sp>
        <p:nvSpPr>
          <p:cNvPr id="9" name="seg-finetune-arrow">
            <a:extLst xmlns:a="http://schemas.openxmlformats.org/drawingml/2006/main">
              <a:ext uri="{FF2B5EF4-FFF2-40B4-BE49-F238E27FC236}">
                <a16:creationId xmlns:a16="http://schemas.microsoft.com/office/drawing/2014/main" id="{06A4677D-848F-4870-B0D1-7D1EAE414B7D}"/>
              </a:ext>
            </a:extLst>
          </p:cNvPr>
          <p:cNvSpPr>
            <a:spLocks xmlns:a="http://schemas.openxmlformats.org/drawingml/2006/main" noGrp="1"/>
          </p:cNvSpPr>
          <p:nvPr/>
        </p:nvSpPr>
        <p:spPr>
          <a:xfrm xmlns:a="http://schemas.openxmlformats.org/drawingml/2006/main">
            <a:off x="5581650" y="1809750"/>
            <a:ext cx="400050" cy="228600"/>
          </a:xfrm>
          <a:prstGeom xmlns:a="http://schemas.openxmlformats.org/drawingml/2006/main" prst="rightArrow">
            <a:avLst/>
          </a:prstGeom>
          <a:solidFill xmlns:a="http://schemas.openxmlformats.org/drawingml/2006/main">
            <a:srgbClr val="16844C"/>
          </a:solidFill>
          <a:ln xmlns:a="http://schemas.openxmlformats.org/drawingml/2006/main" w="0">
            <a:noFill/>
            <a:prstDash val="solid"/>
          </a:ln>
        </p:spPr>
      </p:sp>
      <p:sp>
        <p:nvSpPr>
          <p:cNvPr id="10" name="seg-custom-box">
            <a:extLst xmlns:a="http://schemas.openxmlformats.org/drawingml/2006/main">
              <a:ext uri="{FF2B5EF4-FFF2-40B4-BE49-F238E27FC236}">
                <a16:creationId xmlns:a16="http://schemas.microsoft.com/office/drawing/2014/main" id="{D8233113-8CFD-43BC-A516-AD5F690D6744}"/>
              </a:ext>
            </a:extLst>
          </p:cNvPr>
          <p:cNvSpPr>
            <a:spLocks xmlns:a="http://schemas.openxmlformats.org/drawingml/2006/main" noGrp="1"/>
          </p:cNvSpPr>
          <p:nvPr/>
        </p:nvSpPr>
        <p:spPr>
          <a:xfrm xmlns:a="http://schemas.openxmlformats.org/drawingml/2006/main">
            <a:off x="6172200" y="1438275"/>
            <a:ext cx="2952750" cy="971550"/>
          </a:xfrm>
          <a:prstGeom xmlns:a="http://schemas.openxmlformats.org/drawingml/2006/main" prst="roundRect">
            <a:avLst>
              <a:gd name="adj" fmla="val 9804"/>
            </a:avLst>
          </a:prstGeom>
          <a:solidFill xmlns:a="http://schemas.openxmlformats.org/drawingml/2006/main">
            <a:srgbClr val="E8F1EA"/>
          </a:solidFill>
          <a:ln xmlns:a="http://schemas.openxmlformats.org/drawingml/2006/main" w="11430">
            <a:solidFill>
              <a:srgbClr val="B7D4BF"/>
            </a:solidFill>
            <a:prstDash val="solid"/>
          </a:ln>
        </p:spPr>
      </p:sp>
      <p:sp>
        <p:nvSpPr>
          <p:cNvPr id="11" name="seg-custom-label">
            <a:extLst xmlns:a="http://schemas.openxmlformats.org/drawingml/2006/main">
              <a:ext uri="{FF2B5EF4-FFF2-40B4-BE49-F238E27FC236}">
                <a16:creationId xmlns:a16="http://schemas.microsoft.com/office/drawing/2014/main" id="{199474C1-EF88-478E-9D60-16F87FCD53B6}"/>
              </a:ext>
            </a:extLst>
          </p:cNvPr>
          <p:cNvSpPr>
            <a:spLocks xmlns:a="http://schemas.openxmlformats.org/drawingml/2006/main" noGrp="1"/>
          </p:cNvSpPr>
          <p:nvPr/>
        </p:nvSpPr>
        <p:spPr>
          <a:xfrm xmlns:a="http://schemas.openxmlformats.org/drawingml/2006/main">
            <a:off x="6343650" y="1552575"/>
            <a:ext cx="2619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FINE-TUNED CHECKPOINT</a:t>
            </a:r>
          </a:p>
        </p:txBody>
      </p:sp>
      <p:sp>
        <p:nvSpPr>
          <p:cNvPr id="12" name="seg-custom-model">
            <a:extLst xmlns:a="http://schemas.openxmlformats.org/drawingml/2006/main">
              <a:ext uri="{FF2B5EF4-FFF2-40B4-BE49-F238E27FC236}">
                <a16:creationId xmlns:a16="http://schemas.microsoft.com/office/drawing/2014/main" id="{98D423BC-D2F8-4A10-B4A5-40F1AA036583}"/>
              </a:ext>
            </a:extLst>
          </p:cNvPr>
          <p:cNvSpPr>
            <a:spLocks xmlns:a="http://schemas.openxmlformats.org/drawingml/2006/main" noGrp="1"/>
          </p:cNvSpPr>
          <p:nvPr/>
        </p:nvSpPr>
        <p:spPr>
          <a:xfrm xmlns:a="http://schemas.openxmlformats.org/drawingml/2006/main">
            <a:off x="6343650" y="1790700"/>
            <a:ext cx="2619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7342F"/>
                </a:solidFill>
                <a:latin typeface="Arial"/>
                <a:ea typeface="Arial"/>
                <a:cs typeface="Arial"/>
              </a:defRPr>
            </a:defPPr>
            <a:lvl1pPr algn="l">
              <a:defRPr sz="1575" b="1">
                <a:solidFill>
                  <a:srgbClr val="17342F"/>
                </a:solidFill>
                <a:latin typeface="Arial"/>
                <a:ea typeface="Arial"/>
                <a:cs typeface="Arial"/>
              </a:defRPr>
            </a:lvl1pPr>
            <a:lvl2pPr algn="l">
              <a:defRPr sz="1575" b="1">
                <a:solidFill>
                  <a:srgbClr val="17342F"/>
                </a:solidFill>
                <a:latin typeface="Arial"/>
                <a:ea typeface="Arial"/>
                <a:cs typeface="Arial"/>
              </a:defRPr>
            </a:lvl2pPr>
            <a:lvl3pPr algn="l">
              <a:defRPr sz="1575" b="1">
                <a:solidFill>
                  <a:srgbClr val="17342F"/>
                </a:solidFill>
                <a:latin typeface="Arial"/>
                <a:ea typeface="Arial"/>
                <a:cs typeface="Arial"/>
              </a:defRPr>
            </a:lvl3pPr>
            <a:lvl4pPr algn="l">
              <a:defRPr sz="1575" b="1">
                <a:solidFill>
                  <a:srgbClr val="17342F"/>
                </a:solidFill>
                <a:latin typeface="Arial"/>
                <a:ea typeface="Arial"/>
                <a:cs typeface="Arial"/>
              </a:defRPr>
            </a:lvl4pPr>
            <a:lvl5pPr algn="l">
              <a:defRPr sz="1575" b="1">
                <a:solidFill>
                  <a:srgbClr val="17342F"/>
                </a:solidFill>
                <a:latin typeface="Arial"/>
                <a:ea typeface="Arial"/>
                <a:cs typeface="Arial"/>
              </a:defRPr>
            </a:lvl5pPr>
            <a:lvl6pPr algn="l">
              <a:defRPr sz="1575" b="1">
                <a:solidFill>
                  <a:srgbClr val="17342F"/>
                </a:solidFill>
                <a:latin typeface="Arial"/>
                <a:ea typeface="Arial"/>
                <a:cs typeface="Arial"/>
              </a:defRPr>
            </a:lvl6pPr>
            <a:lvl7pPr algn="l">
              <a:defRPr sz="1575" b="1">
                <a:solidFill>
                  <a:srgbClr val="17342F"/>
                </a:solidFill>
                <a:latin typeface="Arial"/>
                <a:ea typeface="Arial"/>
                <a:cs typeface="Arial"/>
              </a:defRPr>
            </a:lvl7pPr>
            <a:lvl8pPr algn="l">
              <a:defRPr sz="1575" b="1">
                <a:solidFill>
                  <a:srgbClr val="17342F"/>
                </a:solidFill>
                <a:latin typeface="Arial"/>
                <a:ea typeface="Arial"/>
                <a:cs typeface="Arial"/>
              </a:defRPr>
            </a:lvl8pPr>
            <a:lvl9pPr algn="l">
              <a:defRPr sz="1575" b="1">
                <a:solidFill>
                  <a:srgbClr val="17342F"/>
                </a:solidFill>
                <a:latin typeface="Arial"/>
                <a:ea typeface="Arial"/>
                <a:cs typeface="Arial"/>
              </a:defRPr>
            </a:lvl9pPr>
          </a:lstStyle>
          <a:p xmlns:a="http://schemas.openxmlformats.org/drawingml/2006/main">
            <a:pPr algn="l">
              <a:defRPr sz="1575" b="1">
                <a:solidFill>
                  <a:srgbClr val="17342F"/>
                </a:solidFill>
                <a:latin typeface="Arial"/>
                <a:ea typeface="Arial"/>
                <a:cs typeface="Arial"/>
              </a:defRPr>
            </a:pPr>
            <a:r>
              <a:rPr sz="1575" b="1">
                <a:solidFill>
                  <a:srgbClr val="17342F"/>
                </a:solidFill>
                <a:latin typeface="Arial"/>
                <a:ea typeface="Arial"/>
                <a:cs typeface="Arial"/>
              </a:rPr>
              <a:t>aadhaar-document-seg.pt</a:t>
            </a:r>
          </a:p>
        </p:txBody>
      </p:sp>
      <p:sp>
        <p:nvSpPr>
          <p:cNvPr id="13" name="seg-custom-size">
            <a:extLst xmlns:a="http://schemas.openxmlformats.org/drawingml/2006/main">
              <a:ext uri="{FF2B5EF4-FFF2-40B4-BE49-F238E27FC236}">
                <a16:creationId xmlns:a16="http://schemas.microsoft.com/office/drawing/2014/main" id="{C1E78642-C191-4F5A-9691-6124FD214204}"/>
              </a:ext>
            </a:extLst>
          </p:cNvPr>
          <p:cNvSpPr>
            <a:spLocks xmlns:a="http://schemas.openxmlformats.org/drawingml/2006/main" noGrp="1"/>
          </p:cNvSpPr>
          <p:nvPr/>
        </p:nvSpPr>
        <p:spPr>
          <a:xfrm xmlns:a="http://schemas.openxmlformats.org/drawingml/2006/main">
            <a:off x="6343650" y="2105025"/>
            <a:ext cx="2619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a:solidFill>
                  <a:srgbClr val="206B4D"/>
                </a:solidFill>
                <a:latin typeface="Arial"/>
                <a:ea typeface="Arial"/>
                <a:cs typeface="Arial"/>
              </a:defRPr>
            </a:defPPr>
            <a:lvl1pPr algn="l">
              <a:defRPr sz="1275">
                <a:solidFill>
                  <a:srgbClr val="206B4D"/>
                </a:solidFill>
                <a:latin typeface="Arial"/>
                <a:ea typeface="Arial"/>
                <a:cs typeface="Arial"/>
              </a:defRPr>
            </a:lvl1pPr>
            <a:lvl2pPr algn="l">
              <a:defRPr sz="1275">
                <a:solidFill>
                  <a:srgbClr val="206B4D"/>
                </a:solidFill>
                <a:latin typeface="Arial"/>
                <a:ea typeface="Arial"/>
                <a:cs typeface="Arial"/>
              </a:defRPr>
            </a:lvl2pPr>
            <a:lvl3pPr algn="l">
              <a:defRPr sz="1275">
                <a:solidFill>
                  <a:srgbClr val="206B4D"/>
                </a:solidFill>
                <a:latin typeface="Arial"/>
                <a:ea typeface="Arial"/>
                <a:cs typeface="Arial"/>
              </a:defRPr>
            </a:lvl3pPr>
            <a:lvl4pPr algn="l">
              <a:defRPr sz="1275">
                <a:solidFill>
                  <a:srgbClr val="206B4D"/>
                </a:solidFill>
                <a:latin typeface="Arial"/>
                <a:ea typeface="Arial"/>
                <a:cs typeface="Arial"/>
              </a:defRPr>
            </a:lvl4pPr>
            <a:lvl5pPr algn="l">
              <a:defRPr sz="1275">
                <a:solidFill>
                  <a:srgbClr val="206B4D"/>
                </a:solidFill>
                <a:latin typeface="Arial"/>
                <a:ea typeface="Arial"/>
                <a:cs typeface="Arial"/>
              </a:defRPr>
            </a:lvl5pPr>
            <a:lvl6pPr algn="l">
              <a:defRPr sz="1275">
                <a:solidFill>
                  <a:srgbClr val="206B4D"/>
                </a:solidFill>
                <a:latin typeface="Arial"/>
                <a:ea typeface="Arial"/>
                <a:cs typeface="Arial"/>
              </a:defRPr>
            </a:lvl6pPr>
            <a:lvl7pPr algn="l">
              <a:defRPr sz="1275">
                <a:solidFill>
                  <a:srgbClr val="206B4D"/>
                </a:solidFill>
                <a:latin typeface="Arial"/>
                <a:ea typeface="Arial"/>
                <a:cs typeface="Arial"/>
              </a:defRPr>
            </a:lvl7pPr>
            <a:lvl8pPr algn="l">
              <a:defRPr sz="1275">
                <a:solidFill>
                  <a:srgbClr val="206B4D"/>
                </a:solidFill>
                <a:latin typeface="Arial"/>
                <a:ea typeface="Arial"/>
                <a:cs typeface="Arial"/>
              </a:defRPr>
            </a:lvl8pPr>
            <a:lvl9pPr algn="l">
              <a:defRPr sz="1275">
                <a:solidFill>
                  <a:srgbClr val="206B4D"/>
                </a:solidFill>
                <a:latin typeface="Arial"/>
                <a:ea typeface="Arial"/>
                <a:cs typeface="Arial"/>
              </a:defRPr>
            </a:lvl9pPr>
          </a:lstStyle>
          <a:p xmlns:a="http://schemas.openxmlformats.org/drawingml/2006/main">
            <a:pPr algn="l">
              <a:defRPr sz="1275">
                <a:solidFill>
                  <a:srgbClr val="206B4D"/>
                </a:solidFill>
                <a:latin typeface="Arial"/>
                <a:ea typeface="Arial"/>
                <a:cs typeface="Arial"/>
              </a:defRPr>
            </a:pPr>
            <a:r>
              <a:rPr sz="1275">
                <a:solidFill>
                  <a:srgbClr val="206B4D"/>
                </a:solidFill>
                <a:latin typeface="Arial"/>
                <a:ea typeface="Arial"/>
                <a:cs typeface="Arial"/>
              </a:rPr>
              <a:t>6.20 MiB</a:t>
            </a:r>
          </a:p>
        </p:txBody>
      </p:sp>
      <p:sp>
        <p:nvSpPr>
          <p:cNvPr id="14" name="seg-labeled-polygons">
            <a:extLst xmlns:a="http://schemas.openxmlformats.org/drawingml/2006/main">
              <a:ext uri="{FF2B5EF4-FFF2-40B4-BE49-F238E27FC236}">
                <a16:creationId xmlns:a16="http://schemas.microsoft.com/office/drawing/2014/main" id="{08183D5C-547C-4B1F-B8CF-147EDD27E309}"/>
              </a:ext>
            </a:extLst>
          </p:cNvPr>
          <p:cNvSpPr>
            <a:spLocks xmlns:a="http://schemas.openxmlformats.org/drawingml/2006/main" noGrp="1"/>
          </p:cNvSpPr>
          <p:nvPr/>
        </p:nvSpPr>
        <p:spPr>
          <a:xfrm xmlns:a="http://schemas.openxmlformats.org/drawingml/2006/main">
            <a:off x="9315450" y="1609725"/>
            <a:ext cx="2247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D716A"/>
                </a:solidFill>
                <a:latin typeface="Arial"/>
                <a:ea typeface="Arial"/>
                <a:cs typeface="Arial"/>
              </a:defRPr>
            </a:defPPr>
            <a:lvl1pPr algn="l">
              <a:defRPr sz="1350">
                <a:solidFill>
                  <a:srgbClr val="5D716A"/>
                </a:solidFill>
                <a:latin typeface="Arial"/>
                <a:ea typeface="Arial"/>
                <a:cs typeface="Arial"/>
              </a:defRPr>
            </a:lvl1pPr>
            <a:lvl2pPr algn="l">
              <a:defRPr sz="1350">
                <a:solidFill>
                  <a:srgbClr val="5D716A"/>
                </a:solidFill>
                <a:latin typeface="Arial"/>
                <a:ea typeface="Arial"/>
                <a:cs typeface="Arial"/>
              </a:defRPr>
            </a:lvl2pPr>
            <a:lvl3pPr algn="l">
              <a:defRPr sz="1350">
                <a:solidFill>
                  <a:srgbClr val="5D716A"/>
                </a:solidFill>
                <a:latin typeface="Arial"/>
                <a:ea typeface="Arial"/>
                <a:cs typeface="Arial"/>
              </a:defRPr>
            </a:lvl3pPr>
            <a:lvl4pPr algn="l">
              <a:defRPr sz="1350">
                <a:solidFill>
                  <a:srgbClr val="5D716A"/>
                </a:solidFill>
                <a:latin typeface="Arial"/>
                <a:ea typeface="Arial"/>
                <a:cs typeface="Arial"/>
              </a:defRPr>
            </a:lvl4pPr>
            <a:lvl5pPr algn="l">
              <a:defRPr sz="1350">
                <a:solidFill>
                  <a:srgbClr val="5D716A"/>
                </a:solidFill>
                <a:latin typeface="Arial"/>
                <a:ea typeface="Arial"/>
                <a:cs typeface="Arial"/>
              </a:defRPr>
            </a:lvl5pPr>
            <a:lvl6pPr algn="l">
              <a:defRPr sz="1350">
                <a:solidFill>
                  <a:srgbClr val="5D716A"/>
                </a:solidFill>
                <a:latin typeface="Arial"/>
                <a:ea typeface="Arial"/>
                <a:cs typeface="Arial"/>
              </a:defRPr>
            </a:lvl6pPr>
            <a:lvl7pPr algn="l">
              <a:defRPr sz="1350">
                <a:solidFill>
                  <a:srgbClr val="5D716A"/>
                </a:solidFill>
                <a:latin typeface="Arial"/>
                <a:ea typeface="Arial"/>
                <a:cs typeface="Arial"/>
              </a:defRPr>
            </a:lvl7pPr>
            <a:lvl8pPr algn="l">
              <a:defRPr sz="1350">
                <a:solidFill>
                  <a:srgbClr val="5D716A"/>
                </a:solidFill>
                <a:latin typeface="Arial"/>
                <a:ea typeface="Arial"/>
                <a:cs typeface="Arial"/>
              </a:defRPr>
            </a:lvl8pPr>
            <a:lvl9pPr algn="l">
              <a:defRPr sz="1350">
                <a:solidFill>
                  <a:srgbClr val="5D716A"/>
                </a:solidFill>
                <a:latin typeface="Arial"/>
                <a:ea typeface="Arial"/>
                <a:cs typeface="Arial"/>
              </a:defRPr>
            </a:lvl9pPr>
          </a:lstStyle>
          <a:p xmlns:a="http://schemas.openxmlformats.org/drawingml/2006/main">
            <a:pPr algn="l">
              <a:defRPr sz="1350">
                <a:solidFill>
                  <a:srgbClr val="5D716A"/>
                </a:solidFill>
                <a:latin typeface="Arial"/>
                <a:ea typeface="Arial"/>
                <a:cs typeface="Arial"/>
              </a:defRPr>
            </a:pPr>
            <a:r>
              <a:rPr sz="1350">
                <a:solidFill>
                  <a:srgbClr val="5D716A"/>
                </a:solidFill>
                <a:latin typeface="Arial"/>
                <a:ea typeface="Arial"/>
                <a:cs typeface="Arial"/>
              </a:rPr>
              <a:t>Learns full-card or letter polygons for front, back and letter documents.</a:t>
            </a:r>
          </a:p>
        </p:txBody>
      </p:sp>
      <p:sp>
        <p:nvSpPr>
          <p:cNvPr id="15" name="number-task-label">
            <a:extLst xmlns:a="http://schemas.openxmlformats.org/drawingml/2006/main">
              <a:ext uri="{FF2B5EF4-FFF2-40B4-BE49-F238E27FC236}">
                <a16:creationId xmlns:a16="http://schemas.microsoft.com/office/drawing/2014/main" id="{C36050FD-6DAD-405A-B912-2753B279730A}"/>
              </a:ext>
            </a:extLst>
          </p:cNvPr>
          <p:cNvSpPr>
            <a:spLocks xmlns:a="http://schemas.openxmlformats.org/drawingml/2006/main" noGrp="1"/>
          </p:cNvSpPr>
          <p:nvPr/>
        </p:nvSpPr>
        <p:spPr>
          <a:xfrm xmlns:a="http://schemas.openxmlformats.org/drawingml/2006/main">
            <a:off x="628650" y="2686050"/>
            <a:ext cx="1828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06B4D"/>
                </a:solidFill>
                <a:latin typeface="Arial"/>
                <a:ea typeface="Arial"/>
                <a:cs typeface="Arial"/>
              </a:defRPr>
            </a:defPPr>
            <a:lvl1pPr algn="l">
              <a:defRPr sz="1125" b="1">
                <a:solidFill>
                  <a:srgbClr val="206B4D"/>
                </a:solidFill>
                <a:latin typeface="Arial"/>
                <a:ea typeface="Arial"/>
                <a:cs typeface="Arial"/>
              </a:defRPr>
            </a:lvl1pPr>
            <a:lvl2pPr algn="l">
              <a:defRPr sz="1125" b="1">
                <a:solidFill>
                  <a:srgbClr val="206B4D"/>
                </a:solidFill>
                <a:latin typeface="Arial"/>
                <a:ea typeface="Arial"/>
                <a:cs typeface="Arial"/>
              </a:defRPr>
            </a:lvl2pPr>
            <a:lvl3pPr algn="l">
              <a:defRPr sz="1125" b="1">
                <a:solidFill>
                  <a:srgbClr val="206B4D"/>
                </a:solidFill>
                <a:latin typeface="Arial"/>
                <a:ea typeface="Arial"/>
                <a:cs typeface="Arial"/>
              </a:defRPr>
            </a:lvl3pPr>
            <a:lvl4pPr algn="l">
              <a:defRPr sz="1125" b="1">
                <a:solidFill>
                  <a:srgbClr val="206B4D"/>
                </a:solidFill>
                <a:latin typeface="Arial"/>
                <a:ea typeface="Arial"/>
                <a:cs typeface="Arial"/>
              </a:defRPr>
            </a:lvl4pPr>
            <a:lvl5pPr algn="l">
              <a:defRPr sz="1125" b="1">
                <a:solidFill>
                  <a:srgbClr val="206B4D"/>
                </a:solidFill>
                <a:latin typeface="Arial"/>
                <a:ea typeface="Arial"/>
                <a:cs typeface="Arial"/>
              </a:defRPr>
            </a:lvl5pPr>
            <a:lvl6pPr algn="l">
              <a:defRPr sz="1125" b="1">
                <a:solidFill>
                  <a:srgbClr val="206B4D"/>
                </a:solidFill>
                <a:latin typeface="Arial"/>
                <a:ea typeface="Arial"/>
                <a:cs typeface="Arial"/>
              </a:defRPr>
            </a:lvl6pPr>
            <a:lvl7pPr algn="l">
              <a:defRPr sz="1125" b="1">
                <a:solidFill>
                  <a:srgbClr val="206B4D"/>
                </a:solidFill>
                <a:latin typeface="Arial"/>
                <a:ea typeface="Arial"/>
                <a:cs typeface="Arial"/>
              </a:defRPr>
            </a:lvl7pPr>
            <a:lvl8pPr algn="l">
              <a:defRPr sz="1125" b="1">
                <a:solidFill>
                  <a:srgbClr val="206B4D"/>
                </a:solidFill>
                <a:latin typeface="Arial"/>
                <a:ea typeface="Arial"/>
                <a:cs typeface="Arial"/>
              </a:defRPr>
            </a:lvl8pPr>
            <a:lvl9pPr algn="l">
              <a:defRPr sz="1125" b="1">
                <a:solidFill>
                  <a:srgbClr val="206B4D"/>
                </a:solidFill>
                <a:latin typeface="Arial"/>
                <a:ea typeface="Arial"/>
                <a:cs typeface="Arial"/>
              </a:defRPr>
            </a:lvl9pPr>
          </a:lstStyle>
          <a:p xmlns:a="http://schemas.openxmlformats.org/drawingml/2006/main">
            <a:pPr algn="l">
              <a:defRPr sz="1125" b="1">
                <a:solidFill>
                  <a:srgbClr val="206B4D"/>
                </a:solidFill>
                <a:latin typeface="Arial"/>
                <a:ea typeface="Arial"/>
                <a:cs typeface="Arial"/>
              </a:defRPr>
            </a:pPr>
            <a:r>
              <a:rPr sz="1125" b="1">
                <a:solidFill>
                  <a:srgbClr val="206B4D"/>
                </a:solidFill>
                <a:latin typeface="Arial"/>
                <a:ea typeface="Arial"/>
                <a:cs typeface="Arial"/>
              </a:rPr>
              <a:t>NUMBER DETECTION</a:t>
            </a:r>
          </a:p>
        </p:txBody>
      </p:sp>
      <p:sp>
        <p:nvSpPr>
          <p:cNvPr id="16" name="number-task-classes">
            <a:extLst xmlns:a="http://schemas.openxmlformats.org/drawingml/2006/main">
              <a:ext uri="{FF2B5EF4-FFF2-40B4-BE49-F238E27FC236}">
                <a16:creationId xmlns:a16="http://schemas.microsoft.com/office/drawing/2014/main" id="{ADB90EDF-0148-4BBC-9E86-6E12C6E6C666}"/>
              </a:ext>
            </a:extLst>
          </p:cNvPr>
          <p:cNvSpPr>
            <a:spLocks xmlns:a="http://schemas.openxmlformats.org/drawingml/2006/main" noGrp="1"/>
          </p:cNvSpPr>
          <p:nvPr/>
        </p:nvSpPr>
        <p:spPr>
          <a:xfrm xmlns:a="http://schemas.openxmlformats.org/drawingml/2006/main">
            <a:off x="628650" y="2981325"/>
            <a:ext cx="1828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Class: aadhaar_number</a:t>
            </a:r>
          </a:p>
        </p:txBody>
      </p:sp>
      <p:sp>
        <p:nvSpPr>
          <p:cNvPr id="17" name="num-base-box">
            <a:extLst xmlns:a="http://schemas.openxmlformats.org/drawingml/2006/main">
              <a:ext uri="{FF2B5EF4-FFF2-40B4-BE49-F238E27FC236}">
                <a16:creationId xmlns:a16="http://schemas.microsoft.com/office/drawing/2014/main" id="{9CCE6E4E-E7BB-42E5-A914-A585A19172F4}"/>
              </a:ext>
            </a:extLst>
          </p:cNvPr>
          <p:cNvSpPr>
            <a:spLocks xmlns:a="http://schemas.openxmlformats.org/drawingml/2006/main" noGrp="1"/>
          </p:cNvSpPr>
          <p:nvPr/>
        </p:nvSpPr>
        <p:spPr>
          <a:xfrm xmlns:a="http://schemas.openxmlformats.org/drawingml/2006/main">
            <a:off x="2667000" y="2638425"/>
            <a:ext cx="2714625" cy="971550"/>
          </a:xfrm>
          <a:prstGeom xmlns:a="http://schemas.openxmlformats.org/drawingml/2006/main" prst="roundRect">
            <a:avLst>
              <a:gd name="adj" fmla="val 9804"/>
            </a:avLst>
          </a:prstGeom>
          <a:solidFill xmlns:a="http://schemas.openxmlformats.org/drawingml/2006/main">
            <a:srgbClr val="FFFFFF"/>
          </a:solidFill>
          <a:ln xmlns:a="http://schemas.openxmlformats.org/drawingml/2006/main" w="11430">
            <a:solidFill>
              <a:srgbClr val="D5E2D9"/>
            </a:solidFill>
            <a:prstDash val="solid"/>
          </a:ln>
        </p:spPr>
      </p:sp>
      <p:sp>
        <p:nvSpPr>
          <p:cNvPr id="18" name="num-base-label">
            <a:extLst xmlns:a="http://schemas.openxmlformats.org/drawingml/2006/main">
              <a:ext uri="{FF2B5EF4-FFF2-40B4-BE49-F238E27FC236}">
                <a16:creationId xmlns:a16="http://schemas.microsoft.com/office/drawing/2014/main" id="{E9E6A985-5D61-4EF9-9A5F-E786A3D47092}"/>
              </a:ext>
            </a:extLst>
          </p:cNvPr>
          <p:cNvSpPr>
            <a:spLocks xmlns:a="http://schemas.openxmlformats.org/drawingml/2006/main" noGrp="1"/>
          </p:cNvSpPr>
          <p:nvPr/>
        </p:nvSpPr>
        <p:spPr>
          <a:xfrm xmlns:a="http://schemas.openxmlformats.org/drawingml/2006/main">
            <a:off x="2838450" y="27527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COCO STARTER</a:t>
            </a:r>
          </a:p>
        </p:txBody>
      </p:sp>
      <p:sp>
        <p:nvSpPr>
          <p:cNvPr id="19" name="num-base-model">
            <a:extLst xmlns:a="http://schemas.openxmlformats.org/drawingml/2006/main">
              <a:ext uri="{FF2B5EF4-FFF2-40B4-BE49-F238E27FC236}">
                <a16:creationId xmlns:a16="http://schemas.microsoft.com/office/drawing/2014/main" id="{B1531E39-0FDD-411F-98A7-4228F7EE34D4}"/>
              </a:ext>
            </a:extLst>
          </p:cNvPr>
          <p:cNvSpPr>
            <a:spLocks xmlns:a="http://schemas.openxmlformats.org/drawingml/2006/main" noGrp="1"/>
          </p:cNvSpPr>
          <p:nvPr/>
        </p:nvSpPr>
        <p:spPr>
          <a:xfrm xmlns:a="http://schemas.openxmlformats.org/drawingml/2006/main">
            <a:off x="2838450" y="2990850"/>
            <a:ext cx="238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7342F"/>
                </a:solidFill>
                <a:latin typeface="Arial"/>
                <a:ea typeface="Arial"/>
                <a:cs typeface="Arial"/>
              </a:defRPr>
            </a:defPPr>
            <a:lvl1pPr algn="l">
              <a:defRPr sz="1800" b="1">
                <a:solidFill>
                  <a:srgbClr val="17342F"/>
                </a:solidFill>
                <a:latin typeface="Arial"/>
                <a:ea typeface="Arial"/>
                <a:cs typeface="Arial"/>
              </a:defRPr>
            </a:lvl1pPr>
            <a:lvl2pPr algn="l">
              <a:defRPr sz="1800" b="1">
                <a:solidFill>
                  <a:srgbClr val="17342F"/>
                </a:solidFill>
                <a:latin typeface="Arial"/>
                <a:ea typeface="Arial"/>
                <a:cs typeface="Arial"/>
              </a:defRPr>
            </a:lvl2pPr>
            <a:lvl3pPr algn="l">
              <a:defRPr sz="1800" b="1">
                <a:solidFill>
                  <a:srgbClr val="17342F"/>
                </a:solidFill>
                <a:latin typeface="Arial"/>
                <a:ea typeface="Arial"/>
                <a:cs typeface="Arial"/>
              </a:defRPr>
            </a:lvl3pPr>
            <a:lvl4pPr algn="l">
              <a:defRPr sz="1800" b="1">
                <a:solidFill>
                  <a:srgbClr val="17342F"/>
                </a:solidFill>
                <a:latin typeface="Arial"/>
                <a:ea typeface="Arial"/>
                <a:cs typeface="Arial"/>
              </a:defRPr>
            </a:lvl4pPr>
            <a:lvl5pPr algn="l">
              <a:defRPr sz="1800" b="1">
                <a:solidFill>
                  <a:srgbClr val="17342F"/>
                </a:solidFill>
                <a:latin typeface="Arial"/>
                <a:ea typeface="Arial"/>
                <a:cs typeface="Arial"/>
              </a:defRPr>
            </a:lvl5pPr>
            <a:lvl6pPr algn="l">
              <a:defRPr sz="1800" b="1">
                <a:solidFill>
                  <a:srgbClr val="17342F"/>
                </a:solidFill>
                <a:latin typeface="Arial"/>
                <a:ea typeface="Arial"/>
                <a:cs typeface="Arial"/>
              </a:defRPr>
            </a:lvl6pPr>
            <a:lvl7pPr algn="l">
              <a:defRPr sz="1800" b="1">
                <a:solidFill>
                  <a:srgbClr val="17342F"/>
                </a:solidFill>
                <a:latin typeface="Arial"/>
                <a:ea typeface="Arial"/>
                <a:cs typeface="Arial"/>
              </a:defRPr>
            </a:lvl7pPr>
            <a:lvl8pPr algn="l">
              <a:defRPr sz="1800" b="1">
                <a:solidFill>
                  <a:srgbClr val="17342F"/>
                </a:solidFill>
                <a:latin typeface="Arial"/>
                <a:ea typeface="Arial"/>
                <a:cs typeface="Arial"/>
              </a:defRPr>
            </a:lvl8pPr>
            <a:lvl9pPr algn="l">
              <a:defRPr sz="1800" b="1">
                <a:solidFill>
                  <a:srgbClr val="17342F"/>
                </a:solidFill>
                <a:latin typeface="Arial"/>
                <a:ea typeface="Arial"/>
                <a:cs typeface="Arial"/>
              </a:defRPr>
            </a:lvl9pPr>
          </a:lstStyle>
          <a:p xmlns:a="http://schemas.openxmlformats.org/drawingml/2006/main">
            <a:pPr algn="l">
              <a:defRPr sz="1800" b="1">
                <a:solidFill>
                  <a:srgbClr val="17342F"/>
                </a:solidFill>
                <a:latin typeface="Arial"/>
                <a:ea typeface="Arial"/>
                <a:cs typeface="Arial"/>
              </a:defRPr>
            </a:pPr>
            <a:r>
              <a:rPr sz="1800" b="1">
                <a:solidFill>
                  <a:srgbClr val="17342F"/>
                </a:solidFill>
                <a:latin typeface="Arial"/>
                <a:ea typeface="Arial"/>
                <a:cs typeface="Arial"/>
              </a:rPr>
              <a:t>yolo26n.pt</a:t>
            </a:r>
          </a:p>
        </p:txBody>
      </p:sp>
      <p:sp>
        <p:nvSpPr>
          <p:cNvPr id="20" name="num-base-size">
            <a:extLst xmlns:a="http://schemas.openxmlformats.org/drawingml/2006/main">
              <a:ext uri="{FF2B5EF4-FFF2-40B4-BE49-F238E27FC236}">
                <a16:creationId xmlns:a16="http://schemas.microsoft.com/office/drawing/2014/main" id="{A13092B9-C5EE-44EC-9784-EB56EF020060}"/>
              </a:ext>
            </a:extLst>
          </p:cNvPr>
          <p:cNvSpPr>
            <a:spLocks xmlns:a="http://schemas.openxmlformats.org/drawingml/2006/main" noGrp="1"/>
          </p:cNvSpPr>
          <p:nvPr/>
        </p:nvSpPr>
        <p:spPr>
          <a:xfrm xmlns:a="http://schemas.openxmlformats.org/drawingml/2006/main">
            <a:off x="2838450" y="330517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5.29 MiB</a:t>
            </a:r>
          </a:p>
        </p:txBody>
      </p:sp>
      <p:sp>
        <p:nvSpPr>
          <p:cNvPr id="21" name="num-finetune-arrow">
            <a:extLst xmlns:a="http://schemas.openxmlformats.org/drawingml/2006/main">
              <a:ext uri="{FF2B5EF4-FFF2-40B4-BE49-F238E27FC236}">
                <a16:creationId xmlns:a16="http://schemas.microsoft.com/office/drawing/2014/main" id="{957787C9-CDA8-49B3-84BE-82FAF3DEC978}"/>
              </a:ext>
            </a:extLst>
          </p:cNvPr>
          <p:cNvSpPr>
            <a:spLocks xmlns:a="http://schemas.openxmlformats.org/drawingml/2006/main" noGrp="1"/>
          </p:cNvSpPr>
          <p:nvPr/>
        </p:nvSpPr>
        <p:spPr>
          <a:xfrm xmlns:a="http://schemas.openxmlformats.org/drawingml/2006/main">
            <a:off x="5581650" y="3009900"/>
            <a:ext cx="400050" cy="228600"/>
          </a:xfrm>
          <a:prstGeom xmlns:a="http://schemas.openxmlformats.org/drawingml/2006/main" prst="rightArrow">
            <a:avLst/>
          </a:prstGeom>
          <a:solidFill xmlns:a="http://schemas.openxmlformats.org/drawingml/2006/main">
            <a:srgbClr val="16844C"/>
          </a:solidFill>
          <a:ln xmlns:a="http://schemas.openxmlformats.org/drawingml/2006/main" w="0">
            <a:noFill/>
            <a:prstDash val="solid"/>
          </a:ln>
        </p:spPr>
      </p:sp>
      <p:sp>
        <p:nvSpPr>
          <p:cNvPr id="22" name="num-custom-box">
            <a:extLst xmlns:a="http://schemas.openxmlformats.org/drawingml/2006/main">
              <a:ext uri="{FF2B5EF4-FFF2-40B4-BE49-F238E27FC236}">
                <a16:creationId xmlns:a16="http://schemas.microsoft.com/office/drawing/2014/main" id="{C05767B0-B476-4AEE-BFF7-BF495090763C}"/>
              </a:ext>
            </a:extLst>
          </p:cNvPr>
          <p:cNvSpPr>
            <a:spLocks xmlns:a="http://schemas.openxmlformats.org/drawingml/2006/main" noGrp="1"/>
          </p:cNvSpPr>
          <p:nvPr/>
        </p:nvSpPr>
        <p:spPr>
          <a:xfrm xmlns:a="http://schemas.openxmlformats.org/drawingml/2006/main">
            <a:off x="6172200" y="2638425"/>
            <a:ext cx="2952750" cy="971550"/>
          </a:xfrm>
          <a:prstGeom xmlns:a="http://schemas.openxmlformats.org/drawingml/2006/main" prst="roundRect">
            <a:avLst>
              <a:gd name="adj" fmla="val 9804"/>
            </a:avLst>
          </a:prstGeom>
          <a:solidFill xmlns:a="http://schemas.openxmlformats.org/drawingml/2006/main">
            <a:srgbClr val="E8F1EA"/>
          </a:solidFill>
          <a:ln xmlns:a="http://schemas.openxmlformats.org/drawingml/2006/main" w="11430">
            <a:solidFill>
              <a:srgbClr val="B7D4BF"/>
            </a:solidFill>
            <a:prstDash val="solid"/>
          </a:ln>
        </p:spPr>
      </p:sp>
      <p:sp>
        <p:nvSpPr>
          <p:cNvPr id="23" name="num-custom-label">
            <a:extLst xmlns:a="http://schemas.openxmlformats.org/drawingml/2006/main">
              <a:ext uri="{FF2B5EF4-FFF2-40B4-BE49-F238E27FC236}">
                <a16:creationId xmlns:a16="http://schemas.microsoft.com/office/drawing/2014/main" id="{CEEC52F8-CA8C-4345-8D39-F22E699A13C1}"/>
              </a:ext>
            </a:extLst>
          </p:cNvPr>
          <p:cNvSpPr>
            <a:spLocks xmlns:a="http://schemas.openxmlformats.org/drawingml/2006/main" noGrp="1"/>
          </p:cNvSpPr>
          <p:nvPr/>
        </p:nvSpPr>
        <p:spPr>
          <a:xfrm xmlns:a="http://schemas.openxmlformats.org/drawingml/2006/main">
            <a:off x="6343650" y="2752725"/>
            <a:ext cx="2619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06B4D"/>
                </a:solidFill>
                <a:latin typeface="Arial"/>
                <a:ea typeface="Arial"/>
                <a:cs typeface="Arial"/>
              </a:defRPr>
            </a:defPPr>
            <a:lvl1pPr algn="l">
              <a:defRPr sz="1050" b="1">
                <a:solidFill>
                  <a:srgbClr val="206B4D"/>
                </a:solidFill>
                <a:latin typeface="Arial"/>
                <a:ea typeface="Arial"/>
                <a:cs typeface="Arial"/>
              </a:defRPr>
            </a:lvl1pPr>
            <a:lvl2pPr algn="l">
              <a:defRPr sz="1050" b="1">
                <a:solidFill>
                  <a:srgbClr val="206B4D"/>
                </a:solidFill>
                <a:latin typeface="Arial"/>
                <a:ea typeface="Arial"/>
                <a:cs typeface="Arial"/>
              </a:defRPr>
            </a:lvl2pPr>
            <a:lvl3pPr algn="l">
              <a:defRPr sz="1050" b="1">
                <a:solidFill>
                  <a:srgbClr val="206B4D"/>
                </a:solidFill>
                <a:latin typeface="Arial"/>
                <a:ea typeface="Arial"/>
                <a:cs typeface="Arial"/>
              </a:defRPr>
            </a:lvl3pPr>
            <a:lvl4pPr algn="l">
              <a:defRPr sz="1050" b="1">
                <a:solidFill>
                  <a:srgbClr val="206B4D"/>
                </a:solidFill>
                <a:latin typeface="Arial"/>
                <a:ea typeface="Arial"/>
                <a:cs typeface="Arial"/>
              </a:defRPr>
            </a:lvl4pPr>
            <a:lvl5pPr algn="l">
              <a:defRPr sz="1050" b="1">
                <a:solidFill>
                  <a:srgbClr val="206B4D"/>
                </a:solidFill>
                <a:latin typeface="Arial"/>
                <a:ea typeface="Arial"/>
                <a:cs typeface="Arial"/>
              </a:defRPr>
            </a:lvl5pPr>
            <a:lvl6pPr algn="l">
              <a:defRPr sz="1050" b="1">
                <a:solidFill>
                  <a:srgbClr val="206B4D"/>
                </a:solidFill>
                <a:latin typeface="Arial"/>
                <a:ea typeface="Arial"/>
                <a:cs typeface="Arial"/>
              </a:defRPr>
            </a:lvl6pPr>
            <a:lvl7pPr algn="l">
              <a:defRPr sz="1050" b="1">
                <a:solidFill>
                  <a:srgbClr val="206B4D"/>
                </a:solidFill>
                <a:latin typeface="Arial"/>
                <a:ea typeface="Arial"/>
                <a:cs typeface="Arial"/>
              </a:defRPr>
            </a:lvl7pPr>
            <a:lvl8pPr algn="l">
              <a:defRPr sz="1050" b="1">
                <a:solidFill>
                  <a:srgbClr val="206B4D"/>
                </a:solidFill>
                <a:latin typeface="Arial"/>
                <a:ea typeface="Arial"/>
                <a:cs typeface="Arial"/>
              </a:defRPr>
            </a:lvl8pPr>
            <a:lvl9pPr algn="l">
              <a:defRPr sz="1050" b="1">
                <a:solidFill>
                  <a:srgbClr val="206B4D"/>
                </a:solidFill>
                <a:latin typeface="Arial"/>
                <a:ea typeface="Arial"/>
                <a:cs typeface="Arial"/>
              </a:defRPr>
            </a:lvl9pPr>
          </a:lstStyle>
          <a:p xmlns:a="http://schemas.openxmlformats.org/drawingml/2006/main">
            <a:pPr algn="l">
              <a:defRPr sz="1050" b="1">
                <a:solidFill>
                  <a:srgbClr val="206B4D"/>
                </a:solidFill>
                <a:latin typeface="Arial"/>
                <a:ea typeface="Arial"/>
                <a:cs typeface="Arial"/>
              </a:defRPr>
            </a:pPr>
            <a:r>
              <a:rPr sz="1050" b="1">
                <a:solidFill>
                  <a:srgbClr val="206B4D"/>
                </a:solidFill>
                <a:latin typeface="Arial"/>
                <a:ea typeface="Arial"/>
                <a:cs typeface="Arial"/>
              </a:rPr>
              <a:t>FINE-TUNED CHECKPOINT</a:t>
            </a:r>
          </a:p>
        </p:txBody>
      </p:sp>
      <p:sp>
        <p:nvSpPr>
          <p:cNvPr id="24" name="num-custom-model">
            <a:extLst xmlns:a="http://schemas.openxmlformats.org/drawingml/2006/main">
              <a:ext uri="{FF2B5EF4-FFF2-40B4-BE49-F238E27FC236}">
                <a16:creationId xmlns:a16="http://schemas.microsoft.com/office/drawing/2014/main" id="{F7B932EC-75E0-45E4-BBF9-70EAFB127B98}"/>
              </a:ext>
            </a:extLst>
          </p:cNvPr>
          <p:cNvSpPr>
            <a:spLocks xmlns:a="http://schemas.openxmlformats.org/drawingml/2006/main" noGrp="1"/>
          </p:cNvSpPr>
          <p:nvPr/>
        </p:nvSpPr>
        <p:spPr>
          <a:xfrm xmlns:a="http://schemas.openxmlformats.org/drawingml/2006/main">
            <a:off x="6343650" y="2990850"/>
            <a:ext cx="2619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7342F"/>
                </a:solidFill>
                <a:latin typeface="Arial"/>
                <a:ea typeface="Arial"/>
                <a:cs typeface="Arial"/>
              </a:defRPr>
            </a:defPPr>
            <a:lvl1pPr algn="l">
              <a:defRPr sz="1575" b="1">
                <a:solidFill>
                  <a:srgbClr val="17342F"/>
                </a:solidFill>
                <a:latin typeface="Arial"/>
                <a:ea typeface="Arial"/>
                <a:cs typeface="Arial"/>
              </a:defRPr>
            </a:lvl1pPr>
            <a:lvl2pPr algn="l">
              <a:defRPr sz="1575" b="1">
                <a:solidFill>
                  <a:srgbClr val="17342F"/>
                </a:solidFill>
                <a:latin typeface="Arial"/>
                <a:ea typeface="Arial"/>
                <a:cs typeface="Arial"/>
              </a:defRPr>
            </a:lvl2pPr>
            <a:lvl3pPr algn="l">
              <a:defRPr sz="1575" b="1">
                <a:solidFill>
                  <a:srgbClr val="17342F"/>
                </a:solidFill>
                <a:latin typeface="Arial"/>
                <a:ea typeface="Arial"/>
                <a:cs typeface="Arial"/>
              </a:defRPr>
            </a:lvl3pPr>
            <a:lvl4pPr algn="l">
              <a:defRPr sz="1575" b="1">
                <a:solidFill>
                  <a:srgbClr val="17342F"/>
                </a:solidFill>
                <a:latin typeface="Arial"/>
                <a:ea typeface="Arial"/>
                <a:cs typeface="Arial"/>
              </a:defRPr>
            </a:lvl4pPr>
            <a:lvl5pPr algn="l">
              <a:defRPr sz="1575" b="1">
                <a:solidFill>
                  <a:srgbClr val="17342F"/>
                </a:solidFill>
                <a:latin typeface="Arial"/>
                <a:ea typeface="Arial"/>
                <a:cs typeface="Arial"/>
              </a:defRPr>
            </a:lvl5pPr>
            <a:lvl6pPr algn="l">
              <a:defRPr sz="1575" b="1">
                <a:solidFill>
                  <a:srgbClr val="17342F"/>
                </a:solidFill>
                <a:latin typeface="Arial"/>
                <a:ea typeface="Arial"/>
                <a:cs typeface="Arial"/>
              </a:defRPr>
            </a:lvl6pPr>
            <a:lvl7pPr algn="l">
              <a:defRPr sz="1575" b="1">
                <a:solidFill>
                  <a:srgbClr val="17342F"/>
                </a:solidFill>
                <a:latin typeface="Arial"/>
                <a:ea typeface="Arial"/>
                <a:cs typeface="Arial"/>
              </a:defRPr>
            </a:lvl7pPr>
            <a:lvl8pPr algn="l">
              <a:defRPr sz="1575" b="1">
                <a:solidFill>
                  <a:srgbClr val="17342F"/>
                </a:solidFill>
                <a:latin typeface="Arial"/>
                <a:ea typeface="Arial"/>
                <a:cs typeface="Arial"/>
              </a:defRPr>
            </a:lvl8pPr>
            <a:lvl9pPr algn="l">
              <a:defRPr sz="1575" b="1">
                <a:solidFill>
                  <a:srgbClr val="17342F"/>
                </a:solidFill>
                <a:latin typeface="Arial"/>
                <a:ea typeface="Arial"/>
                <a:cs typeface="Arial"/>
              </a:defRPr>
            </a:lvl9pPr>
          </a:lstStyle>
          <a:p xmlns:a="http://schemas.openxmlformats.org/drawingml/2006/main">
            <a:pPr algn="l">
              <a:defRPr sz="1575" b="1">
                <a:solidFill>
                  <a:srgbClr val="17342F"/>
                </a:solidFill>
                <a:latin typeface="Arial"/>
                <a:ea typeface="Arial"/>
                <a:cs typeface="Arial"/>
              </a:defRPr>
            </a:pPr>
            <a:r>
              <a:rPr sz="1575" b="1">
                <a:solidFill>
                  <a:srgbClr val="17342F"/>
                </a:solidFill>
                <a:latin typeface="Arial"/>
                <a:ea typeface="Arial"/>
                <a:cs typeface="Arial"/>
              </a:rPr>
              <a:t>aadhaar-number-det.pt</a:t>
            </a:r>
          </a:p>
        </p:txBody>
      </p:sp>
      <p:sp>
        <p:nvSpPr>
          <p:cNvPr id="25" name="num-custom-size">
            <a:extLst xmlns:a="http://schemas.openxmlformats.org/drawingml/2006/main">
              <a:ext uri="{FF2B5EF4-FFF2-40B4-BE49-F238E27FC236}">
                <a16:creationId xmlns:a16="http://schemas.microsoft.com/office/drawing/2014/main" id="{01BA900B-5591-432A-B41B-51DBDDD98B39}"/>
              </a:ext>
            </a:extLst>
          </p:cNvPr>
          <p:cNvSpPr>
            <a:spLocks xmlns:a="http://schemas.openxmlformats.org/drawingml/2006/main" noGrp="1"/>
          </p:cNvSpPr>
          <p:nvPr/>
        </p:nvSpPr>
        <p:spPr>
          <a:xfrm xmlns:a="http://schemas.openxmlformats.org/drawingml/2006/main">
            <a:off x="6343650" y="3305175"/>
            <a:ext cx="2619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a:solidFill>
                  <a:srgbClr val="206B4D"/>
                </a:solidFill>
                <a:latin typeface="Arial"/>
                <a:ea typeface="Arial"/>
                <a:cs typeface="Arial"/>
              </a:defRPr>
            </a:defPPr>
            <a:lvl1pPr algn="l">
              <a:defRPr sz="1275">
                <a:solidFill>
                  <a:srgbClr val="206B4D"/>
                </a:solidFill>
                <a:latin typeface="Arial"/>
                <a:ea typeface="Arial"/>
                <a:cs typeface="Arial"/>
              </a:defRPr>
            </a:lvl1pPr>
            <a:lvl2pPr algn="l">
              <a:defRPr sz="1275">
                <a:solidFill>
                  <a:srgbClr val="206B4D"/>
                </a:solidFill>
                <a:latin typeface="Arial"/>
                <a:ea typeface="Arial"/>
                <a:cs typeface="Arial"/>
              </a:defRPr>
            </a:lvl2pPr>
            <a:lvl3pPr algn="l">
              <a:defRPr sz="1275">
                <a:solidFill>
                  <a:srgbClr val="206B4D"/>
                </a:solidFill>
                <a:latin typeface="Arial"/>
                <a:ea typeface="Arial"/>
                <a:cs typeface="Arial"/>
              </a:defRPr>
            </a:lvl3pPr>
            <a:lvl4pPr algn="l">
              <a:defRPr sz="1275">
                <a:solidFill>
                  <a:srgbClr val="206B4D"/>
                </a:solidFill>
                <a:latin typeface="Arial"/>
                <a:ea typeface="Arial"/>
                <a:cs typeface="Arial"/>
              </a:defRPr>
            </a:lvl4pPr>
            <a:lvl5pPr algn="l">
              <a:defRPr sz="1275">
                <a:solidFill>
                  <a:srgbClr val="206B4D"/>
                </a:solidFill>
                <a:latin typeface="Arial"/>
                <a:ea typeface="Arial"/>
                <a:cs typeface="Arial"/>
              </a:defRPr>
            </a:lvl5pPr>
            <a:lvl6pPr algn="l">
              <a:defRPr sz="1275">
                <a:solidFill>
                  <a:srgbClr val="206B4D"/>
                </a:solidFill>
                <a:latin typeface="Arial"/>
                <a:ea typeface="Arial"/>
                <a:cs typeface="Arial"/>
              </a:defRPr>
            </a:lvl6pPr>
            <a:lvl7pPr algn="l">
              <a:defRPr sz="1275">
                <a:solidFill>
                  <a:srgbClr val="206B4D"/>
                </a:solidFill>
                <a:latin typeface="Arial"/>
                <a:ea typeface="Arial"/>
                <a:cs typeface="Arial"/>
              </a:defRPr>
            </a:lvl7pPr>
            <a:lvl8pPr algn="l">
              <a:defRPr sz="1275">
                <a:solidFill>
                  <a:srgbClr val="206B4D"/>
                </a:solidFill>
                <a:latin typeface="Arial"/>
                <a:ea typeface="Arial"/>
                <a:cs typeface="Arial"/>
              </a:defRPr>
            </a:lvl8pPr>
            <a:lvl9pPr algn="l">
              <a:defRPr sz="1275">
                <a:solidFill>
                  <a:srgbClr val="206B4D"/>
                </a:solidFill>
                <a:latin typeface="Arial"/>
                <a:ea typeface="Arial"/>
                <a:cs typeface="Arial"/>
              </a:defRPr>
            </a:lvl9pPr>
          </a:lstStyle>
          <a:p xmlns:a="http://schemas.openxmlformats.org/drawingml/2006/main">
            <a:pPr algn="l">
              <a:defRPr sz="1275">
                <a:solidFill>
                  <a:srgbClr val="206B4D"/>
                </a:solidFill>
                <a:latin typeface="Arial"/>
                <a:ea typeface="Arial"/>
                <a:cs typeface="Arial"/>
              </a:defRPr>
            </a:pPr>
            <a:r>
              <a:rPr sz="1275">
                <a:solidFill>
                  <a:srgbClr val="206B4D"/>
                </a:solidFill>
                <a:latin typeface="Arial"/>
                <a:ea typeface="Arial"/>
                <a:cs typeface="Arial"/>
              </a:rPr>
              <a:t>5.10 MiB</a:t>
            </a:r>
          </a:p>
        </p:txBody>
      </p:sp>
      <p:sp>
        <p:nvSpPr>
          <p:cNvPr id="26" name="number-boxes">
            <a:extLst xmlns:a="http://schemas.openxmlformats.org/drawingml/2006/main">
              <a:ext uri="{FF2B5EF4-FFF2-40B4-BE49-F238E27FC236}">
                <a16:creationId xmlns:a16="http://schemas.microsoft.com/office/drawing/2014/main" id="{D257FE26-5CD0-43E1-88C8-375147DEC315}"/>
              </a:ext>
            </a:extLst>
          </p:cNvPr>
          <p:cNvSpPr>
            <a:spLocks xmlns:a="http://schemas.openxmlformats.org/drawingml/2006/main" noGrp="1"/>
          </p:cNvSpPr>
          <p:nvPr/>
        </p:nvSpPr>
        <p:spPr>
          <a:xfrm xmlns:a="http://schemas.openxmlformats.org/drawingml/2006/main">
            <a:off x="9315450" y="2809875"/>
            <a:ext cx="2247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defPPr algn="l">
              <a:defRPr sz="1350">
                <a:solidFill>
                  <a:srgbClr val="5D716A"/>
                </a:solidFill>
                <a:latin typeface="Arial"/>
                <a:ea typeface="Arial"/>
                <a:cs typeface="Arial"/>
              </a:defRPr>
            </a:defPPr>
            <a:lvl1pPr algn="l">
              <a:defRPr sz="1350">
                <a:solidFill>
                  <a:srgbClr val="5D716A"/>
                </a:solidFill>
                <a:latin typeface="Arial"/>
                <a:ea typeface="Arial"/>
                <a:cs typeface="Arial"/>
              </a:defRPr>
            </a:lvl1pPr>
            <a:lvl2pPr algn="l">
              <a:defRPr sz="1350">
                <a:solidFill>
                  <a:srgbClr val="5D716A"/>
                </a:solidFill>
                <a:latin typeface="Arial"/>
                <a:ea typeface="Arial"/>
                <a:cs typeface="Arial"/>
              </a:defRPr>
            </a:lvl2pPr>
            <a:lvl3pPr algn="l">
              <a:defRPr sz="1350">
                <a:solidFill>
                  <a:srgbClr val="5D716A"/>
                </a:solidFill>
                <a:latin typeface="Arial"/>
                <a:ea typeface="Arial"/>
                <a:cs typeface="Arial"/>
              </a:defRPr>
            </a:lvl3pPr>
            <a:lvl4pPr algn="l">
              <a:defRPr sz="1350">
                <a:solidFill>
                  <a:srgbClr val="5D716A"/>
                </a:solidFill>
                <a:latin typeface="Arial"/>
                <a:ea typeface="Arial"/>
                <a:cs typeface="Arial"/>
              </a:defRPr>
            </a:lvl4pPr>
            <a:lvl5pPr algn="l">
              <a:defRPr sz="1350">
                <a:solidFill>
                  <a:srgbClr val="5D716A"/>
                </a:solidFill>
                <a:latin typeface="Arial"/>
                <a:ea typeface="Arial"/>
                <a:cs typeface="Arial"/>
              </a:defRPr>
            </a:lvl5pPr>
            <a:lvl6pPr algn="l">
              <a:defRPr sz="1350">
                <a:solidFill>
                  <a:srgbClr val="5D716A"/>
                </a:solidFill>
                <a:latin typeface="Arial"/>
                <a:ea typeface="Arial"/>
                <a:cs typeface="Arial"/>
              </a:defRPr>
            </a:lvl6pPr>
            <a:lvl7pPr algn="l">
              <a:defRPr sz="1350">
                <a:solidFill>
                  <a:srgbClr val="5D716A"/>
                </a:solidFill>
                <a:latin typeface="Arial"/>
                <a:ea typeface="Arial"/>
                <a:cs typeface="Arial"/>
              </a:defRPr>
            </a:lvl7pPr>
            <a:lvl8pPr algn="l">
              <a:defRPr sz="1350">
                <a:solidFill>
                  <a:srgbClr val="5D716A"/>
                </a:solidFill>
                <a:latin typeface="Arial"/>
                <a:ea typeface="Arial"/>
                <a:cs typeface="Arial"/>
              </a:defRPr>
            </a:lvl8pPr>
            <a:lvl9pPr algn="l">
              <a:defRPr sz="1350">
                <a:solidFill>
                  <a:srgbClr val="5D716A"/>
                </a:solidFill>
                <a:latin typeface="Arial"/>
                <a:ea typeface="Arial"/>
                <a:cs typeface="Arial"/>
              </a:defRPr>
            </a:lvl9pPr>
          </a:lstStyle>
          <a:p xmlns:a="http://schemas.openxmlformats.org/drawingml/2006/main">
            <a:pPr algn="l">
              <a:defRPr sz="1350">
                <a:solidFill>
                  <a:srgbClr val="5D716A"/>
                </a:solidFill>
                <a:latin typeface="Arial"/>
                <a:ea typeface="Arial"/>
                <a:cs typeface="Arial"/>
              </a:defRPr>
            </a:pPr>
            <a:r>
              <a:rPr sz="1350">
                <a:solidFill>
                  <a:srgbClr val="5D716A"/>
                </a:solidFill>
                <a:latin typeface="Arial"/>
                <a:ea typeface="Arial"/>
                <a:cs typeface="Arial"/>
              </a:rPr>
              <a:t>Locates each printed Aadhaar number line; this final run continued from an earlier custom checkpoint.</a:t>
            </a:r>
          </a:p>
        </p:txBody>
      </p:sp>
      <p:sp>
        <p:nvSpPr>
          <p:cNvPr id="27" name="model-detail-divider">
            <a:extLst xmlns:a="http://schemas.openxmlformats.org/drawingml/2006/main">
              <a:ext uri="{FF2B5EF4-FFF2-40B4-BE49-F238E27FC236}">
                <a16:creationId xmlns:a16="http://schemas.microsoft.com/office/drawing/2014/main" id="{7F4C627E-41AF-473A-B150-FB7DC8D2EFAB}"/>
              </a:ext>
            </a:extLst>
          </p:cNvPr>
          <p:cNvSpPr>
            <a:spLocks xmlns:a="http://schemas.openxmlformats.org/drawingml/2006/main" noGrp="1"/>
          </p:cNvSpPr>
          <p:nvPr/>
        </p:nvSpPr>
        <p:spPr>
          <a:xfrm xmlns:a="http://schemas.openxmlformats.org/drawingml/2006/main">
            <a:off x="609600" y="3800475"/>
            <a:ext cx="109728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28" name="storage-total">
            <a:extLst xmlns:a="http://schemas.openxmlformats.org/drawingml/2006/main">
              <a:ext uri="{FF2B5EF4-FFF2-40B4-BE49-F238E27FC236}">
                <a16:creationId xmlns:a16="http://schemas.microsoft.com/office/drawing/2014/main" id="{7DE243C2-511D-40D5-AD2E-23295291A72E}"/>
              </a:ext>
            </a:extLst>
          </p:cNvPr>
          <p:cNvSpPr>
            <a:spLocks xmlns:a="http://schemas.openxmlformats.org/drawingml/2006/main" noGrp="1"/>
          </p:cNvSpPr>
          <p:nvPr/>
        </p:nvSpPr>
        <p:spPr>
          <a:xfrm xmlns:a="http://schemas.openxmlformats.org/drawingml/2006/main">
            <a:off x="628650" y="3981450"/>
            <a:ext cx="2381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8"/>
          </a:bodyPr>
          <a:lstStyle xmlns:a="http://schemas.openxmlformats.org/drawingml/2006/main">
            <a:defPPr algn="l">
              <a:defRPr sz="2175" b="1">
                <a:solidFill>
                  <a:srgbClr val="206B4D"/>
                </a:solidFill>
                <a:latin typeface="Arial"/>
                <a:ea typeface="Arial"/>
                <a:cs typeface="Arial"/>
              </a:defRPr>
            </a:defPPr>
            <a:lvl1pPr algn="l">
              <a:defRPr sz="2175" b="1">
                <a:solidFill>
                  <a:srgbClr val="206B4D"/>
                </a:solidFill>
                <a:latin typeface="Arial"/>
                <a:ea typeface="Arial"/>
                <a:cs typeface="Arial"/>
              </a:defRPr>
            </a:lvl1pPr>
            <a:lvl2pPr algn="l">
              <a:defRPr sz="2175" b="1">
                <a:solidFill>
                  <a:srgbClr val="206B4D"/>
                </a:solidFill>
                <a:latin typeface="Arial"/>
                <a:ea typeface="Arial"/>
                <a:cs typeface="Arial"/>
              </a:defRPr>
            </a:lvl2pPr>
            <a:lvl3pPr algn="l">
              <a:defRPr sz="2175" b="1">
                <a:solidFill>
                  <a:srgbClr val="206B4D"/>
                </a:solidFill>
                <a:latin typeface="Arial"/>
                <a:ea typeface="Arial"/>
                <a:cs typeface="Arial"/>
              </a:defRPr>
            </a:lvl3pPr>
            <a:lvl4pPr algn="l">
              <a:defRPr sz="2175" b="1">
                <a:solidFill>
                  <a:srgbClr val="206B4D"/>
                </a:solidFill>
                <a:latin typeface="Arial"/>
                <a:ea typeface="Arial"/>
                <a:cs typeface="Arial"/>
              </a:defRPr>
            </a:lvl4pPr>
            <a:lvl5pPr algn="l">
              <a:defRPr sz="2175" b="1">
                <a:solidFill>
                  <a:srgbClr val="206B4D"/>
                </a:solidFill>
                <a:latin typeface="Arial"/>
                <a:ea typeface="Arial"/>
                <a:cs typeface="Arial"/>
              </a:defRPr>
            </a:lvl5pPr>
            <a:lvl6pPr algn="l">
              <a:defRPr sz="2175" b="1">
                <a:solidFill>
                  <a:srgbClr val="206B4D"/>
                </a:solidFill>
                <a:latin typeface="Arial"/>
                <a:ea typeface="Arial"/>
                <a:cs typeface="Arial"/>
              </a:defRPr>
            </a:lvl6pPr>
            <a:lvl7pPr algn="l">
              <a:defRPr sz="2175" b="1">
                <a:solidFill>
                  <a:srgbClr val="206B4D"/>
                </a:solidFill>
                <a:latin typeface="Arial"/>
                <a:ea typeface="Arial"/>
                <a:cs typeface="Arial"/>
              </a:defRPr>
            </a:lvl7pPr>
            <a:lvl8pPr algn="l">
              <a:defRPr sz="2175" b="1">
                <a:solidFill>
                  <a:srgbClr val="206B4D"/>
                </a:solidFill>
                <a:latin typeface="Arial"/>
                <a:ea typeface="Arial"/>
                <a:cs typeface="Arial"/>
              </a:defRPr>
            </a:lvl8pPr>
            <a:lvl9pPr algn="l">
              <a:defRPr sz="2175" b="1">
                <a:solidFill>
                  <a:srgbClr val="206B4D"/>
                </a:solidFill>
                <a:latin typeface="Arial"/>
                <a:ea typeface="Arial"/>
                <a:cs typeface="Arial"/>
              </a:defRPr>
            </a:lvl9pPr>
          </a:lstStyle>
          <a:p xmlns:a="http://schemas.openxmlformats.org/drawingml/2006/main">
            <a:pPr algn="l">
              <a:defRPr sz="2175" b="1">
                <a:solidFill>
                  <a:srgbClr val="206B4D"/>
                </a:solidFill>
                <a:latin typeface="Arial"/>
                <a:ea typeface="Arial"/>
                <a:cs typeface="Arial"/>
              </a:defRPr>
            </a:pPr>
            <a:r>
              <a:rPr sz="2175" b="1">
                <a:solidFill>
                  <a:srgbClr val="206B4D"/>
                </a:solidFill>
                <a:latin typeface="Arial"/>
                <a:ea typeface="Arial"/>
                <a:cs typeface="Arial"/>
              </a:rPr>
              <a:t>11.31 MiB</a:t>
            </a:r>
          </a:p>
        </p:txBody>
      </p:sp>
      <p:sp>
        <p:nvSpPr>
          <p:cNvPr id="29" name="storage-caption">
            <a:extLst xmlns:a="http://schemas.openxmlformats.org/drawingml/2006/main">
              <a:ext uri="{FF2B5EF4-FFF2-40B4-BE49-F238E27FC236}">
                <a16:creationId xmlns:a16="http://schemas.microsoft.com/office/drawing/2014/main" id="{1E993823-2DCC-4506-B553-ABD0A45DD020}"/>
              </a:ext>
            </a:extLst>
          </p:cNvPr>
          <p:cNvSpPr>
            <a:spLocks xmlns:a="http://schemas.openxmlformats.org/drawingml/2006/main" noGrp="1"/>
          </p:cNvSpPr>
          <p:nvPr/>
        </p:nvSpPr>
        <p:spPr>
          <a:xfrm xmlns:a="http://schemas.openxmlformats.org/drawingml/2006/main">
            <a:off x="628650" y="43148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353"/>
          </a:bodyPr>
          <a:lstStyle xmlns:a="http://schemas.openxmlformats.org/drawingml/2006/main">
            <a:defPPr algn="l">
              <a:defRPr sz="1200">
                <a:solidFill>
                  <a:srgbClr val="5D716A"/>
                </a:solidFill>
                <a:latin typeface="Arial"/>
                <a:ea typeface="Arial"/>
                <a:cs typeface="Arial"/>
              </a:defRPr>
            </a:defPPr>
            <a:lvl1pPr algn="l">
              <a:defRPr sz="1200">
                <a:solidFill>
                  <a:srgbClr val="5D716A"/>
                </a:solidFill>
                <a:latin typeface="Arial"/>
                <a:ea typeface="Arial"/>
                <a:cs typeface="Arial"/>
              </a:defRPr>
            </a:lvl1pPr>
            <a:lvl2pPr algn="l">
              <a:defRPr sz="1200">
                <a:solidFill>
                  <a:srgbClr val="5D716A"/>
                </a:solidFill>
                <a:latin typeface="Arial"/>
                <a:ea typeface="Arial"/>
                <a:cs typeface="Arial"/>
              </a:defRPr>
            </a:lvl2pPr>
            <a:lvl3pPr algn="l">
              <a:defRPr sz="1200">
                <a:solidFill>
                  <a:srgbClr val="5D716A"/>
                </a:solidFill>
                <a:latin typeface="Arial"/>
                <a:ea typeface="Arial"/>
                <a:cs typeface="Arial"/>
              </a:defRPr>
            </a:lvl3pPr>
            <a:lvl4pPr algn="l">
              <a:defRPr sz="1200">
                <a:solidFill>
                  <a:srgbClr val="5D716A"/>
                </a:solidFill>
                <a:latin typeface="Arial"/>
                <a:ea typeface="Arial"/>
                <a:cs typeface="Arial"/>
              </a:defRPr>
            </a:lvl4pPr>
            <a:lvl5pPr algn="l">
              <a:defRPr sz="1200">
                <a:solidFill>
                  <a:srgbClr val="5D716A"/>
                </a:solidFill>
                <a:latin typeface="Arial"/>
                <a:ea typeface="Arial"/>
                <a:cs typeface="Arial"/>
              </a:defRPr>
            </a:lvl5pPr>
            <a:lvl6pPr algn="l">
              <a:defRPr sz="1200">
                <a:solidFill>
                  <a:srgbClr val="5D716A"/>
                </a:solidFill>
                <a:latin typeface="Arial"/>
                <a:ea typeface="Arial"/>
                <a:cs typeface="Arial"/>
              </a:defRPr>
            </a:lvl6pPr>
            <a:lvl7pPr algn="l">
              <a:defRPr sz="1200">
                <a:solidFill>
                  <a:srgbClr val="5D716A"/>
                </a:solidFill>
                <a:latin typeface="Arial"/>
                <a:ea typeface="Arial"/>
                <a:cs typeface="Arial"/>
              </a:defRPr>
            </a:lvl7pPr>
            <a:lvl8pPr algn="l">
              <a:defRPr sz="1200">
                <a:solidFill>
                  <a:srgbClr val="5D716A"/>
                </a:solidFill>
                <a:latin typeface="Arial"/>
                <a:ea typeface="Arial"/>
                <a:cs typeface="Arial"/>
              </a:defRPr>
            </a:lvl8pPr>
            <a:lvl9pPr algn="l">
              <a:defRPr sz="1200">
                <a:solidFill>
                  <a:srgbClr val="5D716A"/>
                </a:solidFill>
                <a:latin typeface="Arial"/>
                <a:ea typeface="Arial"/>
                <a:cs typeface="Arial"/>
              </a:defRPr>
            </a:lvl9pPr>
          </a:lstStyle>
          <a:p xmlns:a="http://schemas.openxmlformats.org/drawingml/2006/main">
            <a:pPr algn="l">
              <a:defRPr sz="1200">
                <a:solidFill>
                  <a:srgbClr val="5D716A"/>
                </a:solidFill>
                <a:latin typeface="Arial"/>
                <a:ea typeface="Arial"/>
                <a:cs typeface="Arial"/>
              </a:defRPr>
            </a:pPr>
            <a:r>
              <a:rPr sz="1200">
                <a:solidFill>
                  <a:srgbClr val="5D716A"/>
                </a:solidFill>
                <a:latin typeface="Arial"/>
                <a:ea typeface="Arial"/>
                <a:cs typeface="Arial"/>
              </a:rPr>
              <a:t>Combined size of the two custom .pt checkpoints.</a:t>
            </a:r>
          </a:p>
          <a:p xmlns:a="http://schemas.openxmlformats.org/drawingml/2006/main">
            <a:pPr algn="l">
              <a:defRPr sz="1200">
                <a:solidFill>
                  <a:srgbClr val="5D716A"/>
                </a:solidFill>
                <a:latin typeface="Arial"/>
                <a:ea typeface="Arial"/>
                <a:cs typeface="Arial"/>
              </a:defRPr>
            </a:pPr>
            <a:r>
              <a:rPr sz="1200">
                <a:solidFill>
                  <a:srgbClr val="5D716A"/>
                </a:solidFill>
                <a:latin typeface="Arial"/>
                <a:ea typeface="Arial"/>
                <a:cs typeface="Arial"/>
              </a:rPr>
              <a:t>Checkpoint size only; runtime dependencies add storage.</a:t>
            </a:r>
          </a:p>
        </p:txBody>
      </p:sp>
      <p:sp>
        <p:nvSpPr>
          <p:cNvPr id="30" name="training-data-heading">
            <a:extLst xmlns:a="http://schemas.openxmlformats.org/drawingml/2006/main">
              <a:ext uri="{FF2B5EF4-FFF2-40B4-BE49-F238E27FC236}">
                <a16:creationId xmlns:a16="http://schemas.microsoft.com/office/drawing/2014/main" id="{4EDA2F18-0A9F-4F18-9880-FDB0179EFEC0}"/>
              </a:ext>
            </a:extLst>
          </p:cNvPr>
          <p:cNvSpPr>
            <a:spLocks xmlns:a="http://schemas.openxmlformats.org/drawingml/2006/main" noGrp="1"/>
          </p:cNvSpPr>
          <p:nvPr/>
        </p:nvSpPr>
        <p:spPr>
          <a:xfrm xmlns:a="http://schemas.openxmlformats.org/drawingml/2006/main">
            <a:off x="3352800" y="39814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06B4D"/>
                </a:solidFill>
                <a:latin typeface="Arial"/>
                <a:ea typeface="Arial"/>
                <a:cs typeface="Arial"/>
              </a:defRPr>
            </a:defPPr>
            <a:lvl1pPr algn="l">
              <a:defRPr sz="1125" b="1">
                <a:solidFill>
                  <a:srgbClr val="206B4D"/>
                </a:solidFill>
                <a:latin typeface="Arial"/>
                <a:ea typeface="Arial"/>
                <a:cs typeface="Arial"/>
              </a:defRPr>
            </a:lvl1pPr>
            <a:lvl2pPr algn="l">
              <a:defRPr sz="1125" b="1">
                <a:solidFill>
                  <a:srgbClr val="206B4D"/>
                </a:solidFill>
                <a:latin typeface="Arial"/>
                <a:ea typeface="Arial"/>
                <a:cs typeface="Arial"/>
              </a:defRPr>
            </a:lvl2pPr>
            <a:lvl3pPr algn="l">
              <a:defRPr sz="1125" b="1">
                <a:solidFill>
                  <a:srgbClr val="206B4D"/>
                </a:solidFill>
                <a:latin typeface="Arial"/>
                <a:ea typeface="Arial"/>
                <a:cs typeface="Arial"/>
              </a:defRPr>
            </a:lvl3pPr>
            <a:lvl4pPr algn="l">
              <a:defRPr sz="1125" b="1">
                <a:solidFill>
                  <a:srgbClr val="206B4D"/>
                </a:solidFill>
                <a:latin typeface="Arial"/>
                <a:ea typeface="Arial"/>
                <a:cs typeface="Arial"/>
              </a:defRPr>
            </a:lvl4pPr>
            <a:lvl5pPr algn="l">
              <a:defRPr sz="1125" b="1">
                <a:solidFill>
                  <a:srgbClr val="206B4D"/>
                </a:solidFill>
                <a:latin typeface="Arial"/>
                <a:ea typeface="Arial"/>
                <a:cs typeface="Arial"/>
              </a:defRPr>
            </a:lvl5pPr>
            <a:lvl6pPr algn="l">
              <a:defRPr sz="1125" b="1">
                <a:solidFill>
                  <a:srgbClr val="206B4D"/>
                </a:solidFill>
                <a:latin typeface="Arial"/>
                <a:ea typeface="Arial"/>
                <a:cs typeface="Arial"/>
              </a:defRPr>
            </a:lvl6pPr>
            <a:lvl7pPr algn="l">
              <a:defRPr sz="1125" b="1">
                <a:solidFill>
                  <a:srgbClr val="206B4D"/>
                </a:solidFill>
                <a:latin typeface="Arial"/>
                <a:ea typeface="Arial"/>
                <a:cs typeface="Arial"/>
              </a:defRPr>
            </a:lvl7pPr>
            <a:lvl8pPr algn="l">
              <a:defRPr sz="1125" b="1">
                <a:solidFill>
                  <a:srgbClr val="206B4D"/>
                </a:solidFill>
                <a:latin typeface="Arial"/>
                <a:ea typeface="Arial"/>
                <a:cs typeface="Arial"/>
              </a:defRPr>
            </a:lvl8pPr>
            <a:lvl9pPr algn="l">
              <a:defRPr sz="1125" b="1">
                <a:solidFill>
                  <a:srgbClr val="206B4D"/>
                </a:solidFill>
                <a:latin typeface="Arial"/>
                <a:ea typeface="Arial"/>
                <a:cs typeface="Arial"/>
              </a:defRPr>
            </a:lvl9pPr>
          </a:lstStyle>
          <a:p xmlns:a="http://schemas.openxmlformats.org/drawingml/2006/main">
            <a:pPr algn="l">
              <a:defRPr sz="1125" b="1">
                <a:solidFill>
                  <a:srgbClr val="206B4D"/>
                </a:solidFill>
                <a:latin typeface="Arial"/>
                <a:ea typeface="Arial"/>
                <a:cs typeface="Arial"/>
              </a:defRPr>
            </a:pPr>
            <a:r>
              <a:rPr sz="1125" b="1">
                <a:solidFill>
                  <a:srgbClr val="206B4D"/>
                </a:solidFill>
                <a:latin typeface="Arial"/>
                <a:ea typeface="Arial"/>
                <a:cs typeface="Arial"/>
              </a:rPr>
              <a:t>TRAINING DATA</a:t>
            </a:r>
          </a:p>
        </p:txBody>
      </p:sp>
      <p:sp>
        <p:nvSpPr>
          <p:cNvPr id="31" name="training-data-copy">
            <a:extLst xmlns:a="http://schemas.openxmlformats.org/drawingml/2006/main">
              <a:ext uri="{FF2B5EF4-FFF2-40B4-BE49-F238E27FC236}">
                <a16:creationId xmlns:a16="http://schemas.microsoft.com/office/drawing/2014/main" id="{F8DDFA4E-6974-4297-BACF-8AEA3C86202A}"/>
              </a:ext>
            </a:extLst>
          </p:cNvPr>
          <p:cNvSpPr>
            <a:spLocks xmlns:a="http://schemas.openxmlformats.org/drawingml/2006/main" noGrp="1"/>
          </p:cNvSpPr>
          <p:nvPr/>
        </p:nvSpPr>
        <p:spPr>
          <a:xfrm xmlns:a="http://schemas.openxmlformats.org/drawingml/2006/main">
            <a:off x="3352800" y="4295775"/>
            <a:ext cx="31432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17342F"/>
                </a:solidFill>
                <a:latin typeface="Arial"/>
                <a:ea typeface="Arial"/>
                <a:cs typeface="Arial"/>
              </a:defRPr>
            </a:defPPr>
            <a:lvl1pPr algn="l">
              <a:defRPr sz="1275">
                <a:solidFill>
                  <a:srgbClr val="17342F"/>
                </a:solidFill>
                <a:latin typeface="Arial"/>
                <a:ea typeface="Arial"/>
                <a:cs typeface="Arial"/>
              </a:defRPr>
            </a:lvl1pPr>
            <a:lvl2pPr algn="l">
              <a:defRPr sz="1275">
                <a:solidFill>
                  <a:srgbClr val="17342F"/>
                </a:solidFill>
                <a:latin typeface="Arial"/>
                <a:ea typeface="Arial"/>
                <a:cs typeface="Arial"/>
              </a:defRPr>
            </a:lvl2pPr>
            <a:lvl3pPr algn="l">
              <a:defRPr sz="1275">
                <a:solidFill>
                  <a:srgbClr val="17342F"/>
                </a:solidFill>
                <a:latin typeface="Arial"/>
                <a:ea typeface="Arial"/>
                <a:cs typeface="Arial"/>
              </a:defRPr>
            </a:lvl3pPr>
            <a:lvl4pPr algn="l">
              <a:defRPr sz="1275">
                <a:solidFill>
                  <a:srgbClr val="17342F"/>
                </a:solidFill>
                <a:latin typeface="Arial"/>
                <a:ea typeface="Arial"/>
                <a:cs typeface="Arial"/>
              </a:defRPr>
            </a:lvl4pPr>
            <a:lvl5pPr algn="l">
              <a:defRPr sz="1275">
                <a:solidFill>
                  <a:srgbClr val="17342F"/>
                </a:solidFill>
                <a:latin typeface="Arial"/>
                <a:ea typeface="Arial"/>
                <a:cs typeface="Arial"/>
              </a:defRPr>
            </a:lvl5pPr>
            <a:lvl6pPr algn="l">
              <a:defRPr sz="1275">
                <a:solidFill>
                  <a:srgbClr val="17342F"/>
                </a:solidFill>
                <a:latin typeface="Arial"/>
                <a:ea typeface="Arial"/>
                <a:cs typeface="Arial"/>
              </a:defRPr>
            </a:lvl6pPr>
            <a:lvl7pPr algn="l">
              <a:defRPr sz="1275">
                <a:solidFill>
                  <a:srgbClr val="17342F"/>
                </a:solidFill>
                <a:latin typeface="Arial"/>
                <a:ea typeface="Arial"/>
                <a:cs typeface="Arial"/>
              </a:defRPr>
            </a:lvl7pPr>
            <a:lvl8pPr algn="l">
              <a:defRPr sz="1275">
                <a:solidFill>
                  <a:srgbClr val="17342F"/>
                </a:solidFill>
                <a:latin typeface="Arial"/>
                <a:ea typeface="Arial"/>
                <a:cs typeface="Arial"/>
              </a:defRPr>
            </a:lvl8pPr>
            <a:lvl9pPr algn="l">
              <a:defRPr sz="1275">
                <a:solidFill>
                  <a:srgbClr val="17342F"/>
                </a:solidFill>
                <a:latin typeface="Arial"/>
                <a:ea typeface="Arial"/>
                <a:cs typeface="Arial"/>
              </a:defRPr>
            </a:lvl9pPr>
          </a:lstStyle>
          <a:p xmlns:a="http://schemas.openxmlformats.org/drawingml/2006/main">
            <a:pPr algn="l">
              <a:defRPr sz="1275">
                <a:solidFill>
                  <a:srgbClr val="17342F"/>
                </a:solidFill>
                <a:latin typeface="Arial"/>
                <a:ea typeface="Arial"/>
                <a:cs typeface="Arial"/>
              </a:defRPr>
            </a:pPr>
            <a:r>
              <a:rPr sz="1275">
                <a:solidFill>
                  <a:srgbClr val="17342F"/>
                </a:solidFill>
                <a:latin typeface="Arial"/>
                <a:ea typeface="Arial"/>
                <a:cs typeface="Arial"/>
              </a:rPr>
              <a:t>Each task: 180 train · 36 validation · 36 test images.</a:t>
            </a:r>
          </a:p>
          <a:p xmlns:a="http://schemas.openxmlformats.org/drawingml/2006/main">
            <a:pPr algn="l">
              <a:defRPr sz="1275">
                <a:solidFill>
                  <a:srgbClr val="17342F"/>
                </a:solidFill>
                <a:latin typeface="Arial"/>
                <a:ea typeface="Arial"/>
                <a:cs typeface="Arial"/>
              </a:defRPr>
            </a:pPr>
            <a:r>
              <a:rPr sz="1275">
                <a:solidFill>
                  <a:srgbClr val="17342F"/>
                </a:solidFill>
                <a:latin typeface="Arial"/>
                <a:ea typeface="Arial"/>
                <a:cs typeface="Arial"/>
              </a:rPr>
              <a:t>47.0 MiB of generated images in total.</a:t>
            </a:r>
          </a:p>
          <a:p xmlns:a="http://schemas.openxmlformats.org/drawingml/2006/main">
            <a:pPr algn="l">
              <a:defRPr sz="1275">
                <a:solidFill>
                  <a:srgbClr val="17342F"/>
                </a:solidFill>
                <a:latin typeface="Arial"/>
                <a:ea typeface="Arial"/>
                <a:cs typeface="Arial"/>
              </a:defRPr>
            </a:pPr>
            <a:r>
              <a:rPr sz="1275">
                <a:solidFill>
                  <a:srgbClr val="17342F"/>
                </a:solidFill>
                <a:latin typeface="Arial"/>
                <a:ea typeface="Arial"/>
                <a:cs typeface="Arial"/>
              </a:rPr>
              <a:t>No real Aadhaar records used for training.</a:t>
            </a:r>
          </a:p>
        </p:txBody>
      </p:sp>
      <p:sp>
        <p:nvSpPr>
          <p:cNvPr id="32" name="recipe-heading">
            <a:extLst xmlns:a="http://schemas.openxmlformats.org/drawingml/2006/main">
              <a:ext uri="{FF2B5EF4-FFF2-40B4-BE49-F238E27FC236}">
                <a16:creationId xmlns:a16="http://schemas.microsoft.com/office/drawing/2014/main" id="{7AFDA029-CFF6-434A-978B-2E3AC49343E5}"/>
              </a:ext>
            </a:extLst>
          </p:cNvPr>
          <p:cNvSpPr>
            <a:spLocks xmlns:a="http://schemas.openxmlformats.org/drawingml/2006/main" noGrp="1"/>
          </p:cNvSpPr>
          <p:nvPr/>
        </p:nvSpPr>
        <p:spPr>
          <a:xfrm xmlns:a="http://schemas.openxmlformats.org/drawingml/2006/main">
            <a:off x="6858000" y="39814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06B4D"/>
                </a:solidFill>
                <a:latin typeface="Arial"/>
                <a:ea typeface="Arial"/>
                <a:cs typeface="Arial"/>
              </a:defRPr>
            </a:defPPr>
            <a:lvl1pPr algn="l">
              <a:defRPr sz="1125" b="1">
                <a:solidFill>
                  <a:srgbClr val="206B4D"/>
                </a:solidFill>
                <a:latin typeface="Arial"/>
                <a:ea typeface="Arial"/>
                <a:cs typeface="Arial"/>
              </a:defRPr>
            </a:lvl1pPr>
            <a:lvl2pPr algn="l">
              <a:defRPr sz="1125" b="1">
                <a:solidFill>
                  <a:srgbClr val="206B4D"/>
                </a:solidFill>
                <a:latin typeface="Arial"/>
                <a:ea typeface="Arial"/>
                <a:cs typeface="Arial"/>
              </a:defRPr>
            </a:lvl2pPr>
            <a:lvl3pPr algn="l">
              <a:defRPr sz="1125" b="1">
                <a:solidFill>
                  <a:srgbClr val="206B4D"/>
                </a:solidFill>
                <a:latin typeface="Arial"/>
                <a:ea typeface="Arial"/>
                <a:cs typeface="Arial"/>
              </a:defRPr>
            </a:lvl3pPr>
            <a:lvl4pPr algn="l">
              <a:defRPr sz="1125" b="1">
                <a:solidFill>
                  <a:srgbClr val="206B4D"/>
                </a:solidFill>
                <a:latin typeface="Arial"/>
                <a:ea typeface="Arial"/>
                <a:cs typeface="Arial"/>
              </a:defRPr>
            </a:lvl4pPr>
            <a:lvl5pPr algn="l">
              <a:defRPr sz="1125" b="1">
                <a:solidFill>
                  <a:srgbClr val="206B4D"/>
                </a:solidFill>
                <a:latin typeface="Arial"/>
                <a:ea typeface="Arial"/>
                <a:cs typeface="Arial"/>
              </a:defRPr>
            </a:lvl5pPr>
            <a:lvl6pPr algn="l">
              <a:defRPr sz="1125" b="1">
                <a:solidFill>
                  <a:srgbClr val="206B4D"/>
                </a:solidFill>
                <a:latin typeface="Arial"/>
                <a:ea typeface="Arial"/>
                <a:cs typeface="Arial"/>
              </a:defRPr>
            </a:lvl6pPr>
            <a:lvl7pPr algn="l">
              <a:defRPr sz="1125" b="1">
                <a:solidFill>
                  <a:srgbClr val="206B4D"/>
                </a:solidFill>
                <a:latin typeface="Arial"/>
                <a:ea typeface="Arial"/>
                <a:cs typeface="Arial"/>
              </a:defRPr>
            </a:lvl7pPr>
            <a:lvl8pPr algn="l">
              <a:defRPr sz="1125" b="1">
                <a:solidFill>
                  <a:srgbClr val="206B4D"/>
                </a:solidFill>
                <a:latin typeface="Arial"/>
                <a:ea typeface="Arial"/>
                <a:cs typeface="Arial"/>
              </a:defRPr>
            </a:lvl8pPr>
            <a:lvl9pPr algn="l">
              <a:defRPr sz="1125" b="1">
                <a:solidFill>
                  <a:srgbClr val="206B4D"/>
                </a:solidFill>
                <a:latin typeface="Arial"/>
                <a:ea typeface="Arial"/>
                <a:cs typeface="Arial"/>
              </a:defRPr>
            </a:lvl9pPr>
          </a:lstStyle>
          <a:p xmlns:a="http://schemas.openxmlformats.org/drawingml/2006/main">
            <a:pPr algn="l">
              <a:defRPr sz="1125" b="1">
                <a:solidFill>
                  <a:srgbClr val="206B4D"/>
                </a:solidFill>
                <a:latin typeface="Arial"/>
                <a:ea typeface="Arial"/>
                <a:cs typeface="Arial"/>
              </a:defRPr>
            </a:pPr>
            <a:r>
              <a:rPr sz="1125" b="1">
                <a:solidFill>
                  <a:srgbClr val="206B4D"/>
                </a:solidFill>
                <a:latin typeface="Arial"/>
                <a:ea typeface="Arial"/>
                <a:cs typeface="Arial"/>
              </a:rPr>
              <a:t>RECORDED FINAL RUNS</a:t>
            </a:r>
          </a:p>
        </p:txBody>
      </p:sp>
      <p:sp>
        <p:nvSpPr>
          <p:cNvPr id="33" name="recipe-copy">
            <a:extLst xmlns:a="http://schemas.openxmlformats.org/drawingml/2006/main">
              <a:ext uri="{FF2B5EF4-FFF2-40B4-BE49-F238E27FC236}">
                <a16:creationId xmlns:a16="http://schemas.microsoft.com/office/drawing/2014/main" id="{122E7A77-6518-41D2-B752-82D426E70C65}"/>
              </a:ext>
            </a:extLst>
          </p:cNvPr>
          <p:cNvSpPr>
            <a:spLocks xmlns:a="http://schemas.openxmlformats.org/drawingml/2006/main" noGrp="1"/>
          </p:cNvSpPr>
          <p:nvPr/>
        </p:nvSpPr>
        <p:spPr>
          <a:xfrm xmlns:a="http://schemas.openxmlformats.org/drawingml/2006/main">
            <a:off x="6858000" y="4295775"/>
            <a:ext cx="47244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17342F"/>
                </a:solidFill>
                <a:latin typeface="Arial"/>
                <a:ea typeface="Arial"/>
                <a:cs typeface="Arial"/>
              </a:defRPr>
            </a:defPPr>
            <a:lvl1pPr algn="l">
              <a:defRPr sz="1275">
                <a:solidFill>
                  <a:srgbClr val="17342F"/>
                </a:solidFill>
                <a:latin typeface="Arial"/>
                <a:ea typeface="Arial"/>
                <a:cs typeface="Arial"/>
              </a:defRPr>
            </a:lvl1pPr>
            <a:lvl2pPr algn="l">
              <a:defRPr sz="1275">
                <a:solidFill>
                  <a:srgbClr val="17342F"/>
                </a:solidFill>
                <a:latin typeface="Arial"/>
                <a:ea typeface="Arial"/>
                <a:cs typeface="Arial"/>
              </a:defRPr>
            </a:lvl2pPr>
            <a:lvl3pPr algn="l">
              <a:defRPr sz="1275">
                <a:solidFill>
                  <a:srgbClr val="17342F"/>
                </a:solidFill>
                <a:latin typeface="Arial"/>
                <a:ea typeface="Arial"/>
                <a:cs typeface="Arial"/>
              </a:defRPr>
            </a:lvl3pPr>
            <a:lvl4pPr algn="l">
              <a:defRPr sz="1275">
                <a:solidFill>
                  <a:srgbClr val="17342F"/>
                </a:solidFill>
                <a:latin typeface="Arial"/>
                <a:ea typeface="Arial"/>
                <a:cs typeface="Arial"/>
              </a:defRPr>
            </a:lvl4pPr>
            <a:lvl5pPr algn="l">
              <a:defRPr sz="1275">
                <a:solidFill>
                  <a:srgbClr val="17342F"/>
                </a:solidFill>
                <a:latin typeface="Arial"/>
                <a:ea typeface="Arial"/>
                <a:cs typeface="Arial"/>
              </a:defRPr>
            </a:lvl5pPr>
            <a:lvl6pPr algn="l">
              <a:defRPr sz="1275">
                <a:solidFill>
                  <a:srgbClr val="17342F"/>
                </a:solidFill>
                <a:latin typeface="Arial"/>
                <a:ea typeface="Arial"/>
                <a:cs typeface="Arial"/>
              </a:defRPr>
            </a:lvl6pPr>
            <a:lvl7pPr algn="l">
              <a:defRPr sz="1275">
                <a:solidFill>
                  <a:srgbClr val="17342F"/>
                </a:solidFill>
                <a:latin typeface="Arial"/>
                <a:ea typeface="Arial"/>
                <a:cs typeface="Arial"/>
              </a:defRPr>
            </a:lvl7pPr>
            <a:lvl8pPr algn="l">
              <a:defRPr sz="1275">
                <a:solidFill>
                  <a:srgbClr val="17342F"/>
                </a:solidFill>
                <a:latin typeface="Arial"/>
                <a:ea typeface="Arial"/>
                <a:cs typeface="Arial"/>
              </a:defRPr>
            </a:lvl8pPr>
            <a:lvl9pPr algn="l">
              <a:defRPr sz="1275">
                <a:solidFill>
                  <a:srgbClr val="17342F"/>
                </a:solidFill>
                <a:latin typeface="Arial"/>
                <a:ea typeface="Arial"/>
                <a:cs typeface="Arial"/>
              </a:defRPr>
            </a:lvl9pPr>
          </a:lstStyle>
          <a:p xmlns:a="http://schemas.openxmlformats.org/drawingml/2006/main">
            <a:pPr algn="l">
              <a:defRPr sz="1275">
                <a:solidFill>
                  <a:srgbClr val="17342F"/>
                </a:solidFill>
                <a:latin typeface="Arial"/>
                <a:ea typeface="Arial"/>
                <a:cs typeface="Arial"/>
              </a:defRPr>
            </a:pPr>
            <a:r>
              <a:rPr sz="1275">
                <a:solidFill>
                  <a:srgbClr val="17342F"/>
                </a:solidFill>
                <a:latin typeface="Arial"/>
                <a:ea typeface="Arial"/>
                <a:cs typeface="Arial"/>
              </a:rPr>
              <a:t>Segmentation: 20 epochs · 384 px · batch 8 · first 5 layers frozen · ~25 min.</a:t>
            </a:r>
          </a:p>
          <a:p xmlns:a="http://schemas.openxmlformats.org/drawingml/2006/main">
            <a:pPr algn="l">
              <a:defRPr sz="1275">
                <a:solidFill>
                  <a:srgbClr val="17342F"/>
                </a:solidFill>
                <a:latin typeface="Arial"/>
                <a:ea typeface="Arial"/>
                <a:cs typeface="Arial"/>
              </a:defRPr>
            </a:pPr>
            <a:r>
              <a:rPr sz="1275">
                <a:solidFill>
                  <a:srgbClr val="17342F"/>
                </a:solidFill>
                <a:latin typeface="Arial"/>
                <a:ea typeface="Arial"/>
                <a:cs typeface="Arial"/>
              </a:rPr>
              <a:t>Number detector: 15 more epochs from prior custom weights · 512 px · batch 4 · all layers trainable · ~27 min.</a:t>
            </a:r>
          </a:p>
          <a:p xmlns:a="http://schemas.openxmlformats.org/drawingml/2006/main">
            <a:pPr algn="l">
              <a:defRPr sz="1275">
                <a:solidFill>
                  <a:srgbClr val="17342F"/>
                </a:solidFill>
                <a:latin typeface="Arial"/>
                <a:ea typeface="Arial"/>
                <a:cs typeface="Arial"/>
              </a:defRPr>
            </a:pPr>
            <a:r>
              <a:rPr sz="1275">
                <a:solidFill>
                  <a:srgbClr val="17342F"/>
                </a:solidFill>
                <a:latin typeface="Arial"/>
                <a:ea typeface="Arial"/>
                <a:cs typeface="Arial"/>
              </a:rPr>
              <a:t>Fine-tuning updates learned weights; it does not append another model.</a:t>
            </a:r>
          </a:p>
        </p:txBody>
      </p:sp>
      <p:sp>
        <p:nvSpPr>
          <p:cNvPr id="34" name="pt-note">
            <a:extLst xmlns:a="http://schemas.openxmlformats.org/drawingml/2006/main">
              <a:ext uri="{FF2B5EF4-FFF2-40B4-BE49-F238E27FC236}">
                <a16:creationId xmlns:a16="http://schemas.microsoft.com/office/drawing/2014/main" id="{B2525FE7-378E-4337-9BDF-C3D2DBFC4A7D}"/>
              </a:ext>
            </a:extLst>
          </p:cNvPr>
          <p:cNvSpPr>
            <a:spLocks xmlns:a="http://schemas.openxmlformats.org/drawingml/2006/main" noGrp="1"/>
          </p:cNvSpPr>
          <p:nvPr/>
        </p:nvSpPr>
        <p:spPr>
          <a:xfrm xmlns:a="http://schemas.openxmlformats.org/drawingml/2006/main">
            <a:off x="628650" y="5829300"/>
            <a:ext cx="1095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a:solidFill>
                  <a:srgbClr val="5D716A"/>
                </a:solidFill>
                <a:latin typeface="Arial"/>
                <a:ea typeface="Arial"/>
                <a:cs typeface="Arial"/>
              </a:defRPr>
            </a:defPPr>
            <a:lvl1pPr algn="l">
              <a:defRPr sz="1125">
                <a:solidFill>
                  <a:srgbClr val="5D716A"/>
                </a:solidFill>
                <a:latin typeface="Arial"/>
                <a:ea typeface="Arial"/>
                <a:cs typeface="Arial"/>
              </a:defRPr>
            </a:lvl1pPr>
            <a:lvl2pPr algn="l">
              <a:defRPr sz="1125">
                <a:solidFill>
                  <a:srgbClr val="5D716A"/>
                </a:solidFill>
                <a:latin typeface="Arial"/>
                <a:ea typeface="Arial"/>
                <a:cs typeface="Arial"/>
              </a:defRPr>
            </a:lvl2pPr>
            <a:lvl3pPr algn="l">
              <a:defRPr sz="1125">
                <a:solidFill>
                  <a:srgbClr val="5D716A"/>
                </a:solidFill>
                <a:latin typeface="Arial"/>
                <a:ea typeface="Arial"/>
                <a:cs typeface="Arial"/>
              </a:defRPr>
            </a:lvl3pPr>
            <a:lvl4pPr algn="l">
              <a:defRPr sz="1125">
                <a:solidFill>
                  <a:srgbClr val="5D716A"/>
                </a:solidFill>
                <a:latin typeface="Arial"/>
                <a:ea typeface="Arial"/>
                <a:cs typeface="Arial"/>
              </a:defRPr>
            </a:lvl4pPr>
            <a:lvl5pPr algn="l">
              <a:defRPr sz="1125">
                <a:solidFill>
                  <a:srgbClr val="5D716A"/>
                </a:solidFill>
                <a:latin typeface="Arial"/>
                <a:ea typeface="Arial"/>
                <a:cs typeface="Arial"/>
              </a:defRPr>
            </a:lvl5pPr>
            <a:lvl6pPr algn="l">
              <a:defRPr sz="1125">
                <a:solidFill>
                  <a:srgbClr val="5D716A"/>
                </a:solidFill>
                <a:latin typeface="Arial"/>
                <a:ea typeface="Arial"/>
                <a:cs typeface="Arial"/>
              </a:defRPr>
            </a:lvl6pPr>
            <a:lvl7pPr algn="l">
              <a:defRPr sz="1125">
                <a:solidFill>
                  <a:srgbClr val="5D716A"/>
                </a:solidFill>
                <a:latin typeface="Arial"/>
                <a:ea typeface="Arial"/>
                <a:cs typeface="Arial"/>
              </a:defRPr>
            </a:lvl7pPr>
            <a:lvl8pPr algn="l">
              <a:defRPr sz="1125">
                <a:solidFill>
                  <a:srgbClr val="5D716A"/>
                </a:solidFill>
                <a:latin typeface="Arial"/>
                <a:ea typeface="Arial"/>
                <a:cs typeface="Arial"/>
              </a:defRPr>
            </a:lvl8pPr>
            <a:lvl9pPr algn="l">
              <a:defRPr sz="1125">
                <a:solidFill>
                  <a:srgbClr val="5D716A"/>
                </a:solidFill>
                <a:latin typeface="Arial"/>
                <a:ea typeface="Arial"/>
                <a:cs typeface="Arial"/>
              </a:defRPr>
            </a:lvl9pPr>
          </a:lstStyle>
          <a:p xmlns:a="http://schemas.openxmlformats.org/drawingml/2006/main">
            <a:pPr algn="l">
              <a:defRPr sz="1125">
                <a:solidFill>
                  <a:srgbClr val="5D716A"/>
                </a:solidFill>
                <a:latin typeface="Arial"/>
                <a:ea typeface="Arial"/>
                <a:cs typeface="Arial"/>
              </a:defRPr>
            </a:pPr>
            <a:r>
              <a:rPr sz="1125">
                <a:solidFill>
                  <a:srgbClr val="5D716A"/>
                </a:solidFill>
                <a:latin typeface="Arial"/>
                <a:ea typeface="Arial"/>
                <a:cs typeface="Arial"/>
              </a:rPr>
              <a:t>The .pt extension marks a PyTorch checkpoint. These are synthetic bootstrap weights, not production-certified models.</a:t>
            </a:r>
          </a:p>
        </p:txBody>
      </p:sp>
      <p:sp>
        <p:nvSpPr>
          <p:cNvPr id="35" name="footer-rule">
            <a:extLst xmlns:a="http://schemas.openxmlformats.org/drawingml/2006/main">
              <a:ext uri="{FF2B5EF4-FFF2-40B4-BE49-F238E27FC236}">
                <a16:creationId xmlns:a16="http://schemas.microsoft.com/office/drawing/2014/main" id="{A1288AD2-5D7F-4CC3-8F19-647F4E4DB69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36" name="footer-label">
            <a:extLst xmlns:a="http://schemas.openxmlformats.org/drawingml/2006/main">
              <a:ext uri="{FF2B5EF4-FFF2-40B4-BE49-F238E27FC236}">
                <a16:creationId xmlns:a16="http://schemas.microsoft.com/office/drawing/2014/main" id="{97FD1855-62A6-4189-8C46-F55404CB6665}"/>
              </a:ext>
            </a:extLst>
          </p:cNvPr>
          <p:cNvSpPr>
            <a:spLocks xmlns:a="http://schemas.openxmlformats.org/drawingml/2006/main" noGrp="1"/>
          </p:cNvSpPr>
          <p:nvPr/>
        </p:nvSpPr>
        <p:spPr>
          <a:xfrm xmlns:a="http://schemas.openxmlformats.org/drawingml/2006/main">
            <a:off x="609600" y="642937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D716A"/>
                </a:solidFill>
                <a:latin typeface="Arial"/>
                <a:ea typeface="Arial"/>
                <a:cs typeface="Arial"/>
              </a:defRPr>
            </a:defPPr>
            <a:lvl1pPr algn="l">
              <a:defRPr sz="975" b="1">
                <a:solidFill>
                  <a:srgbClr val="5D716A"/>
                </a:solidFill>
                <a:latin typeface="Arial"/>
                <a:ea typeface="Arial"/>
                <a:cs typeface="Arial"/>
              </a:defRPr>
            </a:lvl1pPr>
            <a:lvl2pPr algn="l">
              <a:defRPr sz="975" b="1">
                <a:solidFill>
                  <a:srgbClr val="5D716A"/>
                </a:solidFill>
                <a:latin typeface="Arial"/>
                <a:ea typeface="Arial"/>
                <a:cs typeface="Arial"/>
              </a:defRPr>
            </a:lvl2pPr>
            <a:lvl3pPr algn="l">
              <a:defRPr sz="975" b="1">
                <a:solidFill>
                  <a:srgbClr val="5D716A"/>
                </a:solidFill>
                <a:latin typeface="Arial"/>
                <a:ea typeface="Arial"/>
                <a:cs typeface="Arial"/>
              </a:defRPr>
            </a:lvl3pPr>
            <a:lvl4pPr algn="l">
              <a:defRPr sz="975" b="1">
                <a:solidFill>
                  <a:srgbClr val="5D716A"/>
                </a:solidFill>
                <a:latin typeface="Arial"/>
                <a:ea typeface="Arial"/>
                <a:cs typeface="Arial"/>
              </a:defRPr>
            </a:lvl4pPr>
            <a:lvl5pPr algn="l">
              <a:defRPr sz="975" b="1">
                <a:solidFill>
                  <a:srgbClr val="5D716A"/>
                </a:solidFill>
                <a:latin typeface="Arial"/>
                <a:ea typeface="Arial"/>
                <a:cs typeface="Arial"/>
              </a:defRPr>
            </a:lvl5pPr>
            <a:lvl6pPr algn="l">
              <a:defRPr sz="975" b="1">
                <a:solidFill>
                  <a:srgbClr val="5D716A"/>
                </a:solidFill>
                <a:latin typeface="Arial"/>
                <a:ea typeface="Arial"/>
                <a:cs typeface="Arial"/>
              </a:defRPr>
            </a:lvl6pPr>
            <a:lvl7pPr algn="l">
              <a:defRPr sz="975" b="1">
                <a:solidFill>
                  <a:srgbClr val="5D716A"/>
                </a:solidFill>
                <a:latin typeface="Arial"/>
                <a:ea typeface="Arial"/>
                <a:cs typeface="Arial"/>
              </a:defRPr>
            </a:lvl7pPr>
            <a:lvl8pPr algn="l">
              <a:defRPr sz="975" b="1">
                <a:solidFill>
                  <a:srgbClr val="5D716A"/>
                </a:solidFill>
                <a:latin typeface="Arial"/>
                <a:ea typeface="Arial"/>
                <a:cs typeface="Arial"/>
              </a:defRPr>
            </a:lvl8pPr>
            <a:lvl9pPr algn="l">
              <a:defRPr sz="975" b="1">
                <a:solidFill>
                  <a:srgbClr val="5D716A"/>
                </a:solidFill>
                <a:latin typeface="Arial"/>
                <a:ea typeface="Arial"/>
                <a:cs typeface="Arial"/>
              </a:defRPr>
            </a:lvl9pPr>
          </a:lstStyle>
          <a:p xmlns:a="http://schemas.openxmlformats.org/drawingml/2006/main">
            <a:pPr algn="l">
              <a:defRPr sz="975" b="1">
                <a:solidFill>
                  <a:srgbClr val="5D716A"/>
                </a:solidFill>
                <a:latin typeface="Arial"/>
                <a:ea typeface="Arial"/>
                <a:cs typeface="Arial"/>
              </a:defRPr>
            </a:pPr>
            <a:r>
              <a:rPr sz="975" b="1">
                <a:solidFill>
                  <a:srgbClr val="5D716A"/>
                </a:solidFill>
                <a:latin typeface="Arial"/>
                <a:ea typeface="Arial"/>
                <a:cs typeface="Arial"/>
              </a:rPr>
              <a:t>AADHAAR MASKING WORKBENCH  ·  CLIENT SHOWCASE</a:t>
            </a:r>
          </a:p>
        </p:txBody>
      </p:sp>
      <p:sp>
        <p:nvSpPr>
          <p:cNvPr id="37" name="page-number">
            <a:extLst xmlns:a="http://schemas.openxmlformats.org/drawingml/2006/main">
              <a:ext uri="{FF2B5EF4-FFF2-40B4-BE49-F238E27FC236}">
                <a16:creationId xmlns:a16="http://schemas.microsoft.com/office/drawing/2014/main" id="{C31ECFA7-2EA8-42E1-A9DF-5AF866442678}"/>
              </a:ext>
            </a:extLst>
          </p:cNvPr>
          <p:cNvSpPr>
            <a:spLocks xmlns:a="http://schemas.openxmlformats.org/drawingml/2006/main" noGrp="1"/>
          </p:cNvSpPr>
          <p:nvPr/>
        </p:nvSpPr>
        <p:spPr>
          <a:xfrm xmlns:a="http://schemas.openxmlformats.org/drawingml/2006/main">
            <a:off x="10953750" y="64293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206B4D"/>
                </a:solidFill>
                <a:latin typeface="Arial"/>
                <a:ea typeface="Arial"/>
                <a:cs typeface="Arial"/>
              </a:defRPr>
            </a:defPPr>
            <a:lvl1pPr algn="r">
              <a:defRPr sz="975" b="1">
                <a:solidFill>
                  <a:srgbClr val="206B4D"/>
                </a:solidFill>
                <a:latin typeface="Arial"/>
                <a:ea typeface="Arial"/>
                <a:cs typeface="Arial"/>
              </a:defRPr>
            </a:lvl1pPr>
            <a:lvl2pPr algn="r">
              <a:defRPr sz="975" b="1">
                <a:solidFill>
                  <a:srgbClr val="206B4D"/>
                </a:solidFill>
                <a:latin typeface="Arial"/>
                <a:ea typeface="Arial"/>
                <a:cs typeface="Arial"/>
              </a:defRPr>
            </a:lvl2pPr>
            <a:lvl3pPr algn="r">
              <a:defRPr sz="975" b="1">
                <a:solidFill>
                  <a:srgbClr val="206B4D"/>
                </a:solidFill>
                <a:latin typeface="Arial"/>
                <a:ea typeface="Arial"/>
                <a:cs typeface="Arial"/>
              </a:defRPr>
            </a:lvl3pPr>
            <a:lvl4pPr algn="r">
              <a:defRPr sz="975" b="1">
                <a:solidFill>
                  <a:srgbClr val="206B4D"/>
                </a:solidFill>
                <a:latin typeface="Arial"/>
                <a:ea typeface="Arial"/>
                <a:cs typeface="Arial"/>
              </a:defRPr>
            </a:lvl4pPr>
            <a:lvl5pPr algn="r">
              <a:defRPr sz="975" b="1">
                <a:solidFill>
                  <a:srgbClr val="206B4D"/>
                </a:solidFill>
                <a:latin typeface="Arial"/>
                <a:ea typeface="Arial"/>
                <a:cs typeface="Arial"/>
              </a:defRPr>
            </a:lvl5pPr>
            <a:lvl6pPr algn="r">
              <a:defRPr sz="975" b="1">
                <a:solidFill>
                  <a:srgbClr val="206B4D"/>
                </a:solidFill>
                <a:latin typeface="Arial"/>
                <a:ea typeface="Arial"/>
                <a:cs typeface="Arial"/>
              </a:defRPr>
            </a:lvl6pPr>
            <a:lvl7pPr algn="r">
              <a:defRPr sz="975" b="1">
                <a:solidFill>
                  <a:srgbClr val="206B4D"/>
                </a:solidFill>
                <a:latin typeface="Arial"/>
                <a:ea typeface="Arial"/>
                <a:cs typeface="Arial"/>
              </a:defRPr>
            </a:lvl7pPr>
            <a:lvl8pPr algn="r">
              <a:defRPr sz="975" b="1">
                <a:solidFill>
                  <a:srgbClr val="206B4D"/>
                </a:solidFill>
                <a:latin typeface="Arial"/>
                <a:ea typeface="Arial"/>
                <a:cs typeface="Arial"/>
              </a:defRPr>
            </a:lvl8pPr>
            <a:lvl9pPr algn="r">
              <a:defRPr sz="975" b="1">
                <a:solidFill>
                  <a:srgbClr val="206B4D"/>
                </a:solidFill>
                <a:latin typeface="Arial"/>
                <a:ea typeface="Arial"/>
                <a:cs typeface="Arial"/>
              </a:defRPr>
            </a:lvl9pPr>
          </a:lstStyle>
          <a:p xmlns:a="http://schemas.openxmlformats.org/drawingml/2006/main">
            <a:pPr algn="r">
              <a:defRPr sz="975" b="1">
                <a:solidFill>
                  <a:srgbClr val="206B4D"/>
                </a:solidFill>
                <a:latin typeface="Arial"/>
                <a:ea typeface="Arial"/>
                <a:cs typeface="Arial"/>
              </a:defRPr>
            </a:pPr>
            <a:r>
              <a:rPr sz="975" b="1">
                <a:solidFill>
                  <a:srgbClr val="206B4D"/>
                </a:solidFill>
                <a:latin typeface="Arial"/>
                <a:ea typeface="Arial"/>
                <a:cs typeface="Arial"/>
              </a:rPr>
              <a:t>04 / 05</a:t>
            </a:r>
          </a:p>
        </p:txBody>
      </p:sp>
    </p:spTree>
    <p:extLst>
      <p:ext uri="{BB962C8B-B14F-4D97-AF65-F5344CB8AC3E}">
        <p14:creationId xmlns:p14="http://schemas.microsoft.com/office/powerpoint/2010/main" val="2104996040"/>
      </p:ext>
    </p:extLst>
  </p:cSld>
</p:sld>
</file>

<file path=ppt/slides/slide5.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09AB5EEC-01B1-417B-800C-5A7E16651FB1}"/>
              </a:ext>
            </a:extLst>
          </p:cNvPr>
          <p:cNvSpPr>
            <a:spLocks xmlns:a="http://schemas.openxmlformats.org/drawingml/2006/main" noGrp="1"/>
          </p:cNvSpPr>
          <p:nvPr/>
        </p:nvSpPr>
        <p:spPr>
          <a:xfrm xmlns:a="http://schemas.openxmlformats.org/drawingml/2006/main">
            <a:off x="609600" y="3810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75" b="1">
                <a:solidFill>
                  <a:srgbClr val="17342F"/>
                </a:solidFill>
                <a:latin typeface="Arial"/>
                <a:ea typeface="Arial"/>
                <a:cs typeface="Arial"/>
              </a:defRPr>
            </a:defPPr>
            <a:lvl1pPr algn="l">
              <a:defRPr sz="3375" b="1">
                <a:solidFill>
                  <a:srgbClr val="17342F"/>
                </a:solidFill>
                <a:latin typeface="Arial"/>
                <a:ea typeface="Arial"/>
                <a:cs typeface="Arial"/>
              </a:defRPr>
            </a:lvl1pPr>
            <a:lvl2pPr algn="l">
              <a:defRPr sz="3375" b="1">
                <a:solidFill>
                  <a:srgbClr val="17342F"/>
                </a:solidFill>
                <a:latin typeface="Arial"/>
                <a:ea typeface="Arial"/>
                <a:cs typeface="Arial"/>
              </a:defRPr>
            </a:lvl2pPr>
            <a:lvl3pPr algn="l">
              <a:defRPr sz="3375" b="1">
                <a:solidFill>
                  <a:srgbClr val="17342F"/>
                </a:solidFill>
                <a:latin typeface="Arial"/>
                <a:ea typeface="Arial"/>
                <a:cs typeface="Arial"/>
              </a:defRPr>
            </a:lvl3pPr>
            <a:lvl4pPr algn="l">
              <a:defRPr sz="3375" b="1">
                <a:solidFill>
                  <a:srgbClr val="17342F"/>
                </a:solidFill>
                <a:latin typeface="Arial"/>
                <a:ea typeface="Arial"/>
                <a:cs typeface="Arial"/>
              </a:defRPr>
            </a:lvl4pPr>
            <a:lvl5pPr algn="l">
              <a:defRPr sz="3375" b="1">
                <a:solidFill>
                  <a:srgbClr val="17342F"/>
                </a:solidFill>
                <a:latin typeface="Arial"/>
                <a:ea typeface="Arial"/>
                <a:cs typeface="Arial"/>
              </a:defRPr>
            </a:lvl5pPr>
            <a:lvl6pPr algn="l">
              <a:defRPr sz="3375" b="1">
                <a:solidFill>
                  <a:srgbClr val="17342F"/>
                </a:solidFill>
                <a:latin typeface="Arial"/>
                <a:ea typeface="Arial"/>
                <a:cs typeface="Arial"/>
              </a:defRPr>
            </a:lvl6pPr>
            <a:lvl7pPr algn="l">
              <a:defRPr sz="3375" b="1">
                <a:solidFill>
                  <a:srgbClr val="17342F"/>
                </a:solidFill>
                <a:latin typeface="Arial"/>
                <a:ea typeface="Arial"/>
                <a:cs typeface="Arial"/>
              </a:defRPr>
            </a:lvl7pPr>
            <a:lvl8pPr algn="l">
              <a:defRPr sz="3375" b="1">
                <a:solidFill>
                  <a:srgbClr val="17342F"/>
                </a:solidFill>
                <a:latin typeface="Arial"/>
                <a:ea typeface="Arial"/>
                <a:cs typeface="Arial"/>
              </a:defRPr>
            </a:lvl8pPr>
            <a:lvl9pPr algn="l">
              <a:defRPr sz="3375" b="1">
                <a:solidFill>
                  <a:srgbClr val="17342F"/>
                </a:solidFill>
                <a:latin typeface="Arial"/>
                <a:ea typeface="Arial"/>
                <a:cs typeface="Arial"/>
              </a:defRPr>
            </a:lvl9pPr>
          </a:lstStyle>
          <a:p xmlns:a="http://schemas.openxmlformats.org/drawingml/2006/main">
            <a:pPr algn="l">
              <a:defRPr sz="3375" b="1">
                <a:solidFill>
                  <a:srgbClr val="17342F"/>
                </a:solidFill>
                <a:latin typeface="Arial"/>
                <a:ea typeface="Arial"/>
                <a:cs typeface="Arial"/>
              </a:defRPr>
            </a:pPr>
            <a:r>
              <a:rPr sz="3375" b="1">
                <a:solidFill>
                  <a:srgbClr val="17342F"/>
                </a:solidFill>
                <a:latin typeface="Arial"/>
                <a:ea typeface="Arial"/>
                <a:cs typeface="Arial"/>
              </a:rPr>
              <a:t>AI metrics and Equitas pilot</a:t>
            </a:r>
          </a:p>
        </p:txBody>
      </p:sp>
      <p:sp>
        <p:nvSpPr>
          <p:cNvPr id="2" name="slide-subtitle">
            <a:extLst xmlns:a="http://schemas.openxmlformats.org/drawingml/2006/main">
              <a:ext uri="{FF2B5EF4-FFF2-40B4-BE49-F238E27FC236}">
                <a16:creationId xmlns:a16="http://schemas.microsoft.com/office/drawing/2014/main" id="{894C8B27-EA6B-418A-8398-25629EFB05F5}"/>
              </a:ext>
            </a:extLst>
          </p:cNvPr>
          <p:cNvSpPr>
            <a:spLocks xmlns:a="http://schemas.openxmlformats.org/drawingml/2006/main" noGrp="1"/>
          </p:cNvSpPr>
          <p:nvPr/>
        </p:nvSpPr>
        <p:spPr>
          <a:xfrm xmlns:a="http://schemas.openxmlformats.org/drawingml/2006/main">
            <a:off x="628650" y="952500"/>
            <a:ext cx="1093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a:solidFill>
                  <a:srgbClr val="5D716A"/>
                </a:solidFill>
                <a:latin typeface="Arial"/>
                <a:ea typeface="Arial"/>
                <a:cs typeface="Arial"/>
              </a:defRPr>
            </a:defPPr>
            <a:lvl1pPr algn="l">
              <a:defRPr sz="1500">
                <a:solidFill>
                  <a:srgbClr val="5D716A"/>
                </a:solidFill>
                <a:latin typeface="Arial"/>
                <a:ea typeface="Arial"/>
                <a:cs typeface="Arial"/>
              </a:defRPr>
            </a:lvl1pPr>
            <a:lvl2pPr algn="l">
              <a:defRPr sz="1500">
                <a:solidFill>
                  <a:srgbClr val="5D716A"/>
                </a:solidFill>
                <a:latin typeface="Arial"/>
                <a:ea typeface="Arial"/>
                <a:cs typeface="Arial"/>
              </a:defRPr>
            </a:lvl2pPr>
            <a:lvl3pPr algn="l">
              <a:defRPr sz="1500">
                <a:solidFill>
                  <a:srgbClr val="5D716A"/>
                </a:solidFill>
                <a:latin typeface="Arial"/>
                <a:ea typeface="Arial"/>
                <a:cs typeface="Arial"/>
              </a:defRPr>
            </a:lvl3pPr>
            <a:lvl4pPr algn="l">
              <a:defRPr sz="1500">
                <a:solidFill>
                  <a:srgbClr val="5D716A"/>
                </a:solidFill>
                <a:latin typeface="Arial"/>
                <a:ea typeface="Arial"/>
                <a:cs typeface="Arial"/>
              </a:defRPr>
            </a:lvl4pPr>
            <a:lvl5pPr algn="l">
              <a:defRPr sz="1500">
                <a:solidFill>
                  <a:srgbClr val="5D716A"/>
                </a:solidFill>
                <a:latin typeface="Arial"/>
                <a:ea typeface="Arial"/>
                <a:cs typeface="Arial"/>
              </a:defRPr>
            </a:lvl5pPr>
            <a:lvl6pPr algn="l">
              <a:defRPr sz="1500">
                <a:solidFill>
                  <a:srgbClr val="5D716A"/>
                </a:solidFill>
                <a:latin typeface="Arial"/>
                <a:ea typeface="Arial"/>
                <a:cs typeface="Arial"/>
              </a:defRPr>
            </a:lvl6pPr>
            <a:lvl7pPr algn="l">
              <a:defRPr sz="1500">
                <a:solidFill>
                  <a:srgbClr val="5D716A"/>
                </a:solidFill>
                <a:latin typeface="Arial"/>
                <a:ea typeface="Arial"/>
                <a:cs typeface="Arial"/>
              </a:defRPr>
            </a:lvl7pPr>
            <a:lvl8pPr algn="l">
              <a:defRPr sz="1500">
                <a:solidFill>
                  <a:srgbClr val="5D716A"/>
                </a:solidFill>
                <a:latin typeface="Arial"/>
                <a:ea typeface="Arial"/>
                <a:cs typeface="Arial"/>
              </a:defRPr>
            </a:lvl8pPr>
            <a:lvl9pPr algn="l">
              <a:defRPr sz="1500">
                <a:solidFill>
                  <a:srgbClr val="5D716A"/>
                </a:solidFill>
                <a:latin typeface="Arial"/>
                <a:ea typeface="Arial"/>
                <a:cs typeface="Arial"/>
              </a:defRPr>
            </a:lvl9pPr>
          </a:lstStyle>
          <a:p xmlns:a="http://schemas.openxmlformats.org/drawingml/2006/main">
            <a:pPr algn="l">
              <a:defRPr sz="1500">
                <a:solidFill>
                  <a:srgbClr val="5D716A"/>
                </a:solidFill>
                <a:latin typeface="Arial"/>
                <a:ea typeface="Arial"/>
                <a:cs typeface="Arial"/>
              </a:defRPr>
            </a:pPr>
            <a:r>
              <a:rPr sz="1500">
                <a:solidFill>
                  <a:srgbClr val="5D716A"/>
                </a:solidFill>
                <a:latin typeface="Arial"/>
                <a:ea typeface="Arial"/>
                <a:cs typeface="Arial"/>
              </a:rPr>
              <a:t>Prototype evidence today; a measured, human-reviewed document-intelligence pilot next.</a:t>
            </a:r>
          </a:p>
        </p:txBody>
      </p:sp>
      <p:sp>
        <p:nvSpPr>
          <p:cNvPr id="3" name="metrics-heading">
            <a:extLst xmlns:a="http://schemas.openxmlformats.org/drawingml/2006/main">
              <a:ext uri="{FF2B5EF4-FFF2-40B4-BE49-F238E27FC236}">
                <a16:creationId xmlns:a16="http://schemas.microsoft.com/office/drawing/2014/main" id="{DDE937CC-B9D1-40CD-8446-5766A3AA842E}"/>
              </a:ext>
            </a:extLst>
          </p:cNvPr>
          <p:cNvSpPr>
            <a:spLocks xmlns:a="http://schemas.openxmlformats.org/drawingml/2006/main" noGrp="1"/>
          </p:cNvSpPr>
          <p:nvPr/>
        </p:nvSpPr>
        <p:spPr>
          <a:xfrm xmlns:a="http://schemas.openxmlformats.org/drawingml/2006/main">
            <a:off x="628650" y="14097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6B4D"/>
                </a:solidFill>
                <a:latin typeface="Arial"/>
                <a:ea typeface="Arial"/>
                <a:cs typeface="Arial"/>
              </a:defRPr>
            </a:defPPr>
            <a:lvl1pPr algn="l">
              <a:defRPr sz="1200" b="1">
                <a:solidFill>
                  <a:srgbClr val="206B4D"/>
                </a:solidFill>
                <a:latin typeface="Arial"/>
                <a:ea typeface="Arial"/>
                <a:cs typeface="Arial"/>
              </a:defRPr>
            </a:lvl1pPr>
            <a:lvl2pPr algn="l">
              <a:defRPr sz="1200" b="1">
                <a:solidFill>
                  <a:srgbClr val="206B4D"/>
                </a:solidFill>
                <a:latin typeface="Arial"/>
                <a:ea typeface="Arial"/>
                <a:cs typeface="Arial"/>
              </a:defRPr>
            </a:lvl2pPr>
            <a:lvl3pPr algn="l">
              <a:defRPr sz="1200" b="1">
                <a:solidFill>
                  <a:srgbClr val="206B4D"/>
                </a:solidFill>
                <a:latin typeface="Arial"/>
                <a:ea typeface="Arial"/>
                <a:cs typeface="Arial"/>
              </a:defRPr>
            </a:lvl3pPr>
            <a:lvl4pPr algn="l">
              <a:defRPr sz="1200" b="1">
                <a:solidFill>
                  <a:srgbClr val="206B4D"/>
                </a:solidFill>
                <a:latin typeface="Arial"/>
                <a:ea typeface="Arial"/>
                <a:cs typeface="Arial"/>
              </a:defRPr>
            </a:lvl4pPr>
            <a:lvl5pPr algn="l">
              <a:defRPr sz="1200" b="1">
                <a:solidFill>
                  <a:srgbClr val="206B4D"/>
                </a:solidFill>
                <a:latin typeface="Arial"/>
                <a:ea typeface="Arial"/>
                <a:cs typeface="Arial"/>
              </a:defRPr>
            </a:lvl5pPr>
            <a:lvl6pPr algn="l">
              <a:defRPr sz="1200" b="1">
                <a:solidFill>
                  <a:srgbClr val="206B4D"/>
                </a:solidFill>
                <a:latin typeface="Arial"/>
                <a:ea typeface="Arial"/>
                <a:cs typeface="Arial"/>
              </a:defRPr>
            </a:lvl6pPr>
            <a:lvl7pPr algn="l">
              <a:defRPr sz="1200" b="1">
                <a:solidFill>
                  <a:srgbClr val="206B4D"/>
                </a:solidFill>
                <a:latin typeface="Arial"/>
                <a:ea typeface="Arial"/>
                <a:cs typeface="Arial"/>
              </a:defRPr>
            </a:lvl7pPr>
            <a:lvl8pPr algn="l">
              <a:defRPr sz="1200" b="1">
                <a:solidFill>
                  <a:srgbClr val="206B4D"/>
                </a:solidFill>
                <a:latin typeface="Arial"/>
                <a:ea typeface="Arial"/>
                <a:cs typeface="Arial"/>
              </a:defRPr>
            </a:lvl8pPr>
            <a:lvl9pPr algn="l">
              <a:defRPr sz="1200" b="1">
                <a:solidFill>
                  <a:srgbClr val="206B4D"/>
                </a:solidFill>
                <a:latin typeface="Arial"/>
                <a:ea typeface="Arial"/>
                <a:cs typeface="Arial"/>
              </a:defRPr>
            </a:lvl9pPr>
          </a:lstStyle>
          <a:p xmlns:a="http://schemas.openxmlformats.org/drawingml/2006/main">
            <a:pPr algn="l">
              <a:defRPr sz="1200" b="1">
                <a:solidFill>
                  <a:srgbClr val="206B4D"/>
                </a:solidFill>
                <a:latin typeface="Arial"/>
                <a:ea typeface="Arial"/>
                <a:cs typeface="Arial"/>
              </a:defRPr>
            </a:pPr>
            <a:r>
              <a:rPr sz="1200" b="1">
                <a:solidFill>
                  <a:srgbClr val="206B4D"/>
                </a:solidFill>
                <a:latin typeface="Arial"/>
                <a:ea typeface="Arial"/>
                <a:cs typeface="Arial"/>
              </a:rPr>
              <a:t>HELD-OUT SYNTHETIC MODEL METRICS</a:t>
            </a:r>
          </a:p>
        </p:txBody>
      </p:sp>
      <p:sp>
        <p:nvSpPr>
          <p:cNvPr id="4" name="metrics-columns">
            <a:extLst xmlns:a="http://schemas.openxmlformats.org/drawingml/2006/main">
              <a:ext uri="{FF2B5EF4-FFF2-40B4-BE49-F238E27FC236}">
                <a16:creationId xmlns:a16="http://schemas.microsoft.com/office/drawing/2014/main" id="{C585BA37-45AF-4CFB-B43F-78949634E317}"/>
              </a:ext>
            </a:extLst>
          </p:cNvPr>
          <p:cNvSpPr>
            <a:spLocks xmlns:a="http://schemas.openxmlformats.org/drawingml/2006/main" noGrp="1"/>
          </p:cNvSpPr>
          <p:nvPr/>
        </p:nvSpPr>
        <p:spPr>
          <a:xfrm xmlns:a="http://schemas.openxmlformats.org/drawingml/2006/main">
            <a:off x="628650" y="1762125"/>
            <a:ext cx="518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D716A"/>
                </a:solidFill>
                <a:latin typeface="Arial"/>
                <a:ea typeface="Arial"/>
                <a:cs typeface="Arial"/>
              </a:defRPr>
            </a:defPPr>
            <a:lvl1pPr algn="l">
              <a:defRPr sz="1050" b="1">
                <a:solidFill>
                  <a:srgbClr val="5D716A"/>
                </a:solidFill>
                <a:latin typeface="Arial"/>
                <a:ea typeface="Arial"/>
                <a:cs typeface="Arial"/>
              </a:defRPr>
            </a:lvl1pPr>
            <a:lvl2pPr algn="l">
              <a:defRPr sz="1050" b="1">
                <a:solidFill>
                  <a:srgbClr val="5D716A"/>
                </a:solidFill>
                <a:latin typeface="Arial"/>
                <a:ea typeface="Arial"/>
                <a:cs typeface="Arial"/>
              </a:defRPr>
            </a:lvl2pPr>
            <a:lvl3pPr algn="l">
              <a:defRPr sz="1050" b="1">
                <a:solidFill>
                  <a:srgbClr val="5D716A"/>
                </a:solidFill>
                <a:latin typeface="Arial"/>
                <a:ea typeface="Arial"/>
                <a:cs typeface="Arial"/>
              </a:defRPr>
            </a:lvl3pPr>
            <a:lvl4pPr algn="l">
              <a:defRPr sz="1050" b="1">
                <a:solidFill>
                  <a:srgbClr val="5D716A"/>
                </a:solidFill>
                <a:latin typeface="Arial"/>
                <a:ea typeface="Arial"/>
                <a:cs typeface="Arial"/>
              </a:defRPr>
            </a:lvl4pPr>
            <a:lvl5pPr algn="l">
              <a:defRPr sz="1050" b="1">
                <a:solidFill>
                  <a:srgbClr val="5D716A"/>
                </a:solidFill>
                <a:latin typeface="Arial"/>
                <a:ea typeface="Arial"/>
                <a:cs typeface="Arial"/>
              </a:defRPr>
            </a:lvl5pPr>
            <a:lvl6pPr algn="l">
              <a:defRPr sz="1050" b="1">
                <a:solidFill>
                  <a:srgbClr val="5D716A"/>
                </a:solidFill>
                <a:latin typeface="Arial"/>
                <a:ea typeface="Arial"/>
                <a:cs typeface="Arial"/>
              </a:defRPr>
            </a:lvl6pPr>
            <a:lvl7pPr algn="l">
              <a:defRPr sz="1050" b="1">
                <a:solidFill>
                  <a:srgbClr val="5D716A"/>
                </a:solidFill>
                <a:latin typeface="Arial"/>
                <a:ea typeface="Arial"/>
                <a:cs typeface="Arial"/>
              </a:defRPr>
            </a:lvl7pPr>
            <a:lvl8pPr algn="l">
              <a:defRPr sz="1050" b="1">
                <a:solidFill>
                  <a:srgbClr val="5D716A"/>
                </a:solidFill>
                <a:latin typeface="Arial"/>
                <a:ea typeface="Arial"/>
                <a:cs typeface="Arial"/>
              </a:defRPr>
            </a:lvl8pPr>
            <a:lvl9pPr algn="l">
              <a:defRPr sz="1050" b="1">
                <a:solidFill>
                  <a:srgbClr val="5D716A"/>
                </a:solidFill>
                <a:latin typeface="Arial"/>
                <a:ea typeface="Arial"/>
                <a:cs typeface="Arial"/>
              </a:defRPr>
            </a:lvl9pPr>
          </a:lstStyle>
          <a:p xmlns:a="http://schemas.openxmlformats.org/drawingml/2006/main">
            <a:pPr algn="l">
              <a:defRPr sz="1050" b="1">
                <a:solidFill>
                  <a:srgbClr val="5D716A"/>
                </a:solidFill>
                <a:latin typeface="Arial"/>
                <a:ea typeface="Arial"/>
                <a:cs typeface="Arial"/>
              </a:defRPr>
            </a:pPr>
            <a:r>
              <a:rPr sz="1050" b="1">
                <a:solidFill>
                  <a:srgbClr val="5D716A"/>
                </a:solidFill>
                <a:latin typeface="Arial"/>
                <a:ea typeface="Arial"/>
                <a:cs typeface="Arial"/>
              </a:rPr>
              <a:t>TASK                     PRECISION / RECALL            mAP50  /  mAP50–95</a:t>
            </a:r>
          </a:p>
        </p:txBody>
      </p:sp>
      <p:sp>
        <p:nvSpPr>
          <p:cNvPr id="5" name="metric-row-rule-1">
            <a:extLst xmlns:a="http://schemas.openxmlformats.org/drawingml/2006/main">
              <a:ext uri="{FF2B5EF4-FFF2-40B4-BE49-F238E27FC236}">
                <a16:creationId xmlns:a16="http://schemas.microsoft.com/office/drawing/2014/main" id="{22D04D4B-BBA8-4F71-8C7A-ED218653822A}"/>
              </a:ext>
            </a:extLst>
          </p:cNvPr>
          <p:cNvSpPr>
            <a:spLocks xmlns:a="http://schemas.openxmlformats.org/drawingml/2006/main" noGrp="1"/>
          </p:cNvSpPr>
          <p:nvPr/>
        </p:nvSpPr>
        <p:spPr>
          <a:xfrm xmlns:a="http://schemas.openxmlformats.org/drawingml/2006/main">
            <a:off x="628650" y="2057400"/>
            <a:ext cx="516255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6" name="metric-doc">
            <a:extLst xmlns:a="http://schemas.openxmlformats.org/drawingml/2006/main">
              <a:ext uri="{FF2B5EF4-FFF2-40B4-BE49-F238E27FC236}">
                <a16:creationId xmlns:a16="http://schemas.microsoft.com/office/drawing/2014/main" id="{F7B4076B-463B-4877-B8DA-5BC82CEC49AB}"/>
              </a:ext>
            </a:extLst>
          </p:cNvPr>
          <p:cNvSpPr>
            <a:spLocks xmlns:a="http://schemas.openxmlformats.org/drawingml/2006/main" noGrp="1"/>
          </p:cNvSpPr>
          <p:nvPr/>
        </p:nvSpPr>
        <p:spPr>
          <a:xfrm xmlns:a="http://schemas.openxmlformats.org/drawingml/2006/main">
            <a:off x="628650" y="2114550"/>
            <a:ext cx="518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a:solidFill>
                  <a:srgbClr val="17342F"/>
                </a:solidFill>
                <a:latin typeface="Arial"/>
                <a:ea typeface="Arial"/>
                <a:cs typeface="Arial"/>
              </a:defRPr>
            </a:defPPr>
            <a:lvl1pPr algn="l">
              <a:defRPr sz="1350">
                <a:solidFill>
                  <a:srgbClr val="17342F"/>
                </a:solidFill>
                <a:latin typeface="Arial"/>
                <a:ea typeface="Arial"/>
                <a:cs typeface="Arial"/>
              </a:defRPr>
            </a:lvl1pPr>
            <a:lvl2pPr algn="l">
              <a:defRPr sz="1350">
                <a:solidFill>
                  <a:srgbClr val="17342F"/>
                </a:solidFill>
                <a:latin typeface="Arial"/>
                <a:ea typeface="Arial"/>
                <a:cs typeface="Arial"/>
              </a:defRPr>
            </a:lvl2pPr>
            <a:lvl3pPr algn="l">
              <a:defRPr sz="1350">
                <a:solidFill>
                  <a:srgbClr val="17342F"/>
                </a:solidFill>
                <a:latin typeface="Arial"/>
                <a:ea typeface="Arial"/>
                <a:cs typeface="Arial"/>
              </a:defRPr>
            </a:lvl3pPr>
            <a:lvl4pPr algn="l">
              <a:defRPr sz="1350">
                <a:solidFill>
                  <a:srgbClr val="17342F"/>
                </a:solidFill>
                <a:latin typeface="Arial"/>
                <a:ea typeface="Arial"/>
                <a:cs typeface="Arial"/>
              </a:defRPr>
            </a:lvl4pPr>
            <a:lvl5pPr algn="l">
              <a:defRPr sz="1350">
                <a:solidFill>
                  <a:srgbClr val="17342F"/>
                </a:solidFill>
                <a:latin typeface="Arial"/>
                <a:ea typeface="Arial"/>
                <a:cs typeface="Arial"/>
              </a:defRPr>
            </a:lvl5pPr>
            <a:lvl6pPr algn="l">
              <a:defRPr sz="1350">
                <a:solidFill>
                  <a:srgbClr val="17342F"/>
                </a:solidFill>
                <a:latin typeface="Arial"/>
                <a:ea typeface="Arial"/>
                <a:cs typeface="Arial"/>
              </a:defRPr>
            </a:lvl6pPr>
            <a:lvl7pPr algn="l">
              <a:defRPr sz="1350">
                <a:solidFill>
                  <a:srgbClr val="17342F"/>
                </a:solidFill>
                <a:latin typeface="Arial"/>
                <a:ea typeface="Arial"/>
                <a:cs typeface="Arial"/>
              </a:defRPr>
            </a:lvl7pPr>
            <a:lvl8pPr algn="l">
              <a:defRPr sz="1350">
                <a:solidFill>
                  <a:srgbClr val="17342F"/>
                </a:solidFill>
                <a:latin typeface="Arial"/>
                <a:ea typeface="Arial"/>
                <a:cs typeface="Arial"/>
              </a:defRPr>
            </a:lvl8pPr>
            <a:lvl9pPr algn="l">
              <a:defRPr sz="1350">
                <a:solidFill>
                  <a:srgbClr val="17342F"/>
                </a:solidFill>
                <a:latin typeface="Arial"/>
                <a:ea typeface="Arial"/>
                <a:cs typeface="Arial"/>
              </a:defRPr>
            </a:lvl9pPr>
          </a:lstStyle>
          <a:p xmlns:a="http://schemas.openxmlformats.org/drawingml/2006/main">
            <a:pPr algn="l">
              <a:defRPr sz="1350">
                <a:solidFill>
                  <a:srgbClr val="17342F"/>
                </a:solidFill>
                <a:latin typeface="Arial"/>
                <a:ea typeface="Arial"/>
                <a:cs typeface="Arial"/>
              </a:defRPr>
            </a:pPr>
            <a:r>
              <a:rPr sz="1350">
                <a:solidFill>
                  <a:srgbClr val="17342F"/>
                </a:solidFill>
                <a:latin typeface="Arial"/>
                <a:ea typeface="Arial"/>
                <a:cs typeface="Arial"/>
              </a:rPr>
              <a:t>Document masks       .981 / .946                      .982 / .959</a:t>
            </a:r>
          </a:p>
        </p:txBody>
      </p:sp>
      <p:sp>
        <p:nvSpPr>
          <p:cNvPr id="7" name="metric-row-rule-2">
            <a:extLst xmlns:a="http://schemas.openxmlformats.org/drawingml/2006/main">
              <a:ext uri="{FF2B5EF4-FFF2-40B4-BE49-F238E27FC236}">
                <a16:creationId xmlns:a16="http://schemas.microsoft.com/office/drawing/2014/main" id="{8D8C08F9-ED1A-4CE4-94AF-3CA791746195}"/>
              </a:ext>
            </a:extLst>
          </p:cNvPr>
          <p:cNvSpPr>
            <a:spLocks xmlns:a="http://schemas.openxmlformats.org/drawingml/2006/main" noGrp="1"/>
          </p:cNvSpPr>
          <p:nvPr/>
        </p:nvSpPr>
        <p:spPr>
          <a:xfrm xmlns:a="http://schemas.openxmlformats.org/drawingml/2006/main">
            <a:off x="628650" y="2533650"/>
            <a:ext cx="516255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8" name="metric-number">
            <a:extLst xmlns:a="http://schemas.openxmlformats.org/drawingml/2006/main">
              <a:ext uri="{FF2B5EF4-FFF2-40B4-BE49-F238E27FC236}">
                <a16:creationId xmlns:a16="http://schemas.microsoft.com/office/drawing/2014/main" id="{76FBCAF1-07B7-4E78-B1DE-2AC2E4BCB442}"/>
              </a:ext>
            </a:extLst>
          </p:cNvPr>
          <p:cNvSpPr>
            <a:spLocks xmlns:a="http://schemas.openxmlformats.org/drawingml/2006/main" noGrp="1"/>
          </p:cNvSpPr>
          <p:nvPr/>
        </p:nvSpPr>
        <p:spPr>
          <a:xfrm xmlns:a="http://schemas.openxmlformats.org/drawingml/2006/main">
            <a:off x="628650" y="2590800"/>
            <a:ext cx="5181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a:solidFill>
                  <a:srgbClr val="17342F"/>
                </a:solidFill>
                <a:latin typeface="Arial"/>
                <a:ea typeface="Arial"/>
                <a:cs typeface="Arial"/>
              </a:defRPr>
            </a:defPPr>
            <a:lvl1pPr algn="l">
              <a:defRPr sz="1350">
                <a:solidFill>
                  <a:srgbClr val="17342F"/>
                </a:solidFill>
                <a:latin typeface="Arial"/>
                <a:ea typeface="Arial"/>
                <a:cs typeface="Arial"/>
              </a:defRPr>
            </a:lvl1pPr>
            <a:lvl2pPr algn="l">
              <a:defRPr sz="1350">
                <a:solidFill>
                  <a:srgbClr val="17342F"/>
                </a:solidFill>
                <a:latin typeface="Arial"/>
                <a:ea typeface="Arial"/>
                <a:cs typeface="Arial"/>
              </a:defRPr>
            </a:lvl2pPr>
            <a:lvl3pPr algn="l">
              <a:defRPr sz="1350">
                <a:solidFill>
                  <a:srgbClr val="17342F"/>
                </a:solidFill>
                <a:latin typeface="Arial"/>
                <a:ea typeface="Arial"/>
                <a:cs typeface="Arial"/>
              </a:defRPr>
            </a:lvl3pPr>
            <a:lvl4pPr algn="l">
              <a:defRPr sz="1350">
                <a:solidFill>
                  <a:srgbClr val="17342F"/>
                </a:solidFill>
                <a:latin typeface="Arial"/>
                <a:ea typeface="Arial"/>
                <a:cs typeface="Arial"/>
              </a:defRPr>
            </a:lvl4pPr>
            <a:lvl5pPr algn="l">
              <a:defRPr sz="1350">
                <a:solidFill>
                  <a:srgbClr val="17342F"/>
                </a:solidFill>
                <a:latin typeface="Arial"/>
                <a:ea typeface="Arial"/>
                <a:cs typeface="Arial"/>
              </a:defRPr>
            </a:lvl5pPr>
            <a:lvl6pPr algn="l">
              <a:defRPr sz="1350">
                <a:solidFill>
                  <a:srgbClr val="17342F"/>
                </a:solidFill>
                <a:latin typeface="Arial"/>
                <a:ea typeface="Arial"/>
                <a:cs typeface="Arial"/>
              </a:defRPr>
            </a:lvl6pPr>
            <a:lvl7pPr algn="l">
              <a:defRPr sz="1350">
                <a:solidFill>
                  <a:srgbClr val="17342F"/>
                </a:solidFill>
                <a:latin typeface="Arial"/>
                <a:ea typeface="Arial"/>
                <a:cs typeface="Arial"/>
              </a:defRPr>
            </a:lvl7pPr>
            <a:lvl8pPr algn="l">
              <a:defRPr sz="1350">
                <a:solidFill>
                  <a:srgbClr val="17342F"/>
                </a:solidFill>
                <a:latin typeface="Arial"/>
                <a:ea typeface="Arial"/>
                <a:cs typeface="Arial"/>
              </a:defRPr>
            </a:lvl8pPr>
            <a:lvl9pPr algn="l">
              <a:defRPr sz="1350">
                <a:solidFill>
                  <a:srgbClr val="17342F"/>
                </a:solidFill>
                <a:latin typeface="Arial"/>
                <a:ea typeface="Arial"/>
                <a:cs typeface="Arial"/>
              </a:defRPr>
            </a:lvl9pPr>
          </a:lstStyle>
          <a:p xmlns:a="http://schemas.openxmlformats.org/drawingml/2006/main">
            <a:pPr algn="l">
              <a:defRPr sz="1350">
                <a:solidFill>
                  <a:srgbClr val="17342F"/>
                </a:solidFill>
                <a:latin typeface="Arial"/>
                <a:ea typeface="Arial"/>
                <a:cs typeface="Arial"/>
              </a:defRPr>
            </a:pPr>
            <a:r>
              <a:rPr sz="1350">
                <a:solidFill>
                  <a:srgbClr val="17342F"/>
                </a:solidFill>
                <a:latin typeface="Arial"/>
                <a:ea typeface="Arial"/>
                <a:cs typeface="Arial"/>
              </a:rPr>
              <a:t>Number boxes           .998 / 1.000                    .995 / .667</a:t>
            </a:r>
          </a:p>
        </p:txBody>
      </p:sp>
      <p:sp>
        <p:nvSpPr>
          <p:cNvPr id="9" name="metrics-caveat">
            <a:extLst xmlns:a="http://schemas.openxmlformats.org/drawingml/2006/main">
              <a:ext uri="{FF2B5EF4-FFF2-40B4-BE49-F238E27FC236}">
                <a16:creationId xmlns:a16="http://schemas.microsoft.com/office/drawing/2014/main" id="{2D520A15-E769-4AE1-9E0A-16503D974C29}"/>
              </a:ext>
            </a:extLst>
          </p:cNvPr>
          <p:cNvSpPr>
            <a:spLocks xmlns:a="http://schemas.openxmlformats.org/drawingml/2006/main" noGrp="1"/>
          </p:cNvSpPr>
          <p:nvPr/>
        </p:nvSpPr>
        <p:spPr>
          <a:xfrm xmlns:a="http://schemas.openxmlformats.org/drawingml/2006/main">
            <a:off x="62865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a:solidFill>
                  <a:srgbClr val="5D716A"/>
                </a:solidFill>
                <a:latin typeface="Arial"/>
                <a:ea typeface="Arial"/>
                <a:cs typeface="Arial"/>
              </a:defRPr>
            </a:defPPr>
            <a:lvl1pPr algn="l">
              <a:defRPr sz="1200">
                <a:solidFill>
                  <a:srgbClr val="5D716A"/>
                </a:solidFill>
                <a:latin typeface="Arial"/>
                <a:ea typeface="Arial"/>
                <a:cs typeface="Arial"/>
              </a:defRPr>
            </a:lvl1pPr>
            <a:lvl2pPr algn="l">
              <a:defRPr sz="1200">
                <a:solidFill>
                  <a:srgbClr val="5D716A"/>
                </a:solidFill>
                <a:latin typeface="Arial"/>
                <a:ea typeface="Arial"/>
                <a:cs typeface="Arial"/>
              </a:defRPr>
            </a:lvl2pPr>
            <a:lvl3pPr algn="l">
              <a:defRPr sz="1200">
                <a:solidFill>
                  <a:srgbClr val="5D716A"/>
                </a:solidFill>
                <a:latin typeface="Arial"/>
                <a:ea typeface="Arial"/>
                <a:cs typeface="Arial"/>
              </a:defRPr>
            </a:lvl3pPr>
            <a:lvl4pPr algn="l">
              <a:defRPr sz="1200">
                <a:solidFill>
                  <a:srgbClr val="5D716A"/>
                </a:solidFill>
                <a:latin typeface="Arial"/>
                <a:ea typeface="Arial"/>
                <a:cs typeface="Arial"/>
              </a:defRPr>
            </a:lvl4pPr>
            <a:lvl5pPr algn="l">
              <a:defRPr sz="1200">
                <a:solidFill>
                  <a:srgbClr val="5D716A"/>
                </a:solidFill>
                <a:latin typeface="Arial"/>
                <a:ea typeface="Arial"/>
                <a:cs typeface="Arial"/>
              </a:defRPr>
            </a:lvl5pPr>
            <a:lvl6pPr algn="l">
              <a:defRPr sz="1200">
                <a:solidFill>
                  <a:srgbClr val="5D716A"/>
                </a:solidFill>
                <a:latin typeface="Arial"/>
                <a:ea typeface="Arial"/>
                <a:cs typeface="Arial"/>
              </a:defRPr>
            </a:lvl6pPr>
            <a:lvl7pPr algn="l">
              <a:defRPr sz="1200">
                <a:solidFill>
                  <a:srgbClr val="5D716A"/>
                </a:solidFill>
                <a:latin typeface="Arial"/>
                <a:ea typeface="Arial"/>
                <a:cs typeface="Arial"/>
              </a:defRPr>
            </a:lvl7pPr>
            <a:lvl8pPr algn="l">
              <a:defRPr sz="1200">
                <a:solidFill>
                  <a:srgbClr val="5D716A"/>
                </a:solidFill>
                <a:latin typeface="Arial"/>
                <a:ea typeface="Arial"/>
                <a:cs typeface="Arial"/>
              </a:defRPr>
            </a:lvl8pPr>
            <a:lvl9pPr algn="l">
              <a:defRPr sz="1200">
                <a:solidFill>
                  <a:srgbClr val="5D716A"/>
                </a:solidFill>
                <a:latin typeface="Arial"/>
                <a:ea typeface="Arial"/>
                <a:cs typeface="Arial"/>
              </a:defRPr>
            </a:lvl9pPr>
          </a:lstStyle>
          <a:p xmlns:a="http://schemas.openxmlformats.org/drawingml/2006/main">
            <a:pPr algn="l">
              <a:defRPr sz="1200">
                <a:solidFill>
                  <a:srgbClr val="5D716A"/>
                </a:solidFill>
                <a:latin typeface="Arial"/>
                <a:ea typeface="Arial"/>
                <a:cs typeface="Arial"/>
              </a:defRPr>
            </a:pPr>
            <a:r>
              <a:rPr sz="1200">
                <a:solidFill>
                  <a:srgbClr val="5D716A"/>
                </a:solidFill>
                <a:latin typeface="Arial"/>
                <a:ea typeface="Arial"/>
                <a:cs typeface="Arial"/>
              </a:rPr>
              <a:t>36 synthetic test images per task; not real-world accuracy.</a:t>
            </a:r>
          </a:p>
        </p:txBody>
      </p:sp>
      <p:sp>
        <p:nvSpPr>
          <p:cNvPr id="10" name="score-divider">
            <a:extLst xmlns:a="http://schemas.openxmlformats.org/drawingml/2006/main">
              <a:ext uri="{FF2B5EF4-FFF2-40B4-BE49-F238E27FC236}">
                <a16:creationId xmlns:a16="http://schemas.microsoft.com/office/drawing/2014/main" id="{655FF826-032B-4DBB-B4EA-80B7658AFB15}"/>
              </a:ext>
            </a:extLst>
          </p:cNvPr>
          <p:cNvSpPr>
            <a:spLocks xmlns:a="http://schemas.openxmlformats.org/drawingml/2006/main" noGrp="1"/>
          </p:cNvSpPr>
          <p:nvPr/>
        </p:nvSpPr>
        <p:spPr>
          <a:xfrm xmlns:a="http://schemas.openxmlformats.org/drawingml/2006/main">
            <a:off x="6191250" y="1390650"/>
            <a:ext cx="0" cy="198120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11" name="score-heading">
            <a:extLst xmlns:a="http://schemas.openxmlformats.org/drawingml/2006/main">
              <a:ext uri="{FF2B5EF4-FFF2-40B4-BE49-F238E27FC236}">
                <a16:creationId xmlns:a16="http://schemas.microsoft.com/office/drawing/2014/main" id="{9735FD61-9829-4DE9-AFEF-A5779EDF9031}"/>
              </a:ext>
            </a:extLst>
          </p:cNvPr>
          <p:cNvSpPr>
            <a:spLocks xmlns:a="http://schemas.openxmlformats.org/drawingml/2006/main" noGrp="1"/>
          </p:cNvSpPr>
          <p:nvPr/>
        </p:nvSpPr>
        <p:spPr>
          <a:xfrm xmlns:a="http://schemas.openxmlformats.org/drawingml/2006/main">
            <a:off x="6553200" y="1409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06B4D"/>
                </a:solidFill>
                <a:latin typeface="Arial"/>
                <a:ea typeface="Arial"/>
                <a:cs typeface="Arial"/>
              </a:defRPr>
            </a:defPPr>
            <a:lvl1pPr algn="l">
              <a:defRPr sz="1200" b="1">
                <a:solidFill>
                  <a:srgbClr val="206B4D"/>
                </a:solidFill>
                <a:latin typeface="Arial"/>
                <a:ea typeface="Arial"/>
                <a:cs typeface="Arial"/>
              </a:defRPr>
            </a:lvl1pPr>
            <a:lvl2pPr algn="l">
              <a:defRPr sz="1200" b="1">
                <a:solidFill>
                  <a:srgbClr val="206B4D"/>
                </a:solidFill>
                <a:latin typeface="Arial"/>
                <a:ea typeface="Arial"/>
                <a:cs typeface="Arial"/>
              </a:defRPr>
            </a:lvl2pPr>
            <a:lvl3pPr algn="l">
              <a:defRPr sz="1200" b="1">
                <a:solidFill>
                  <a:srgbClr val="206B4D"/>
                </a:solidFill>
                <a:latin typeface="Arial"/>
                <a:ea typeface="Arial"/>
                <a:cs typeface="Arial"/>
              </a:defRPr>
            </a:lvl3pPr>
            <a:lvl4pPr algn="l">
              <a:defRPr sz="1200" b="1">
                <a:solidFill>
                  <a:srgbClr val="206B4D"/>
                </a:solidFill>
                <a:latin typeface="Arial"/>
                <a:ea typeface="Arial"/>
                <a:cs typeface="Arial"/>
              </a:defRPr>
            </a:lvl4pPr>
            <a:lvl5pPr algn="l">
              <a:defRPr sz="1200" b="1">
                <a:solidFill>
                  <a:srgbClr val="206B4D"/>
                </a:solidFill>
                <a:latin typeface="Arial"/>
                <a:ea typeface="Arial"/>
                <a:cs typeface="Arial"/>
              </a:defRPr>
            </a:lvl5pPr>
            <a:lvl6pPr algn="l">
              <a:defRPr sz="1200" b="1">
                <a:solidFill>
                  <a:srgbClr val="206B4D"/>
                </a:solidFill>
                <a:latin typeface="Arial"/>
                <a:ea typeface="Arial"/>
                <a:cs typeface="Arial"/>
              </a:defRPr>
            </a:lvl6pPr>
            <a:lvl7pPr algn="l">
              <a:defRPr sz="1200" b="1">
                <a:solidFill>
                  <a:srgbClr val="206B4D"/>
                </a:solidFill>
                <a:latin typeface="Arial"/>
                <a:ea typeface="Arial"/>
                <a:cs typeface="Arial"/>
              </a:defRPr>
            </a:lvl7pPr>
            <a:lvl8pPr algn="l">
              <a:defRPr sz="1200" b="1">
                <a:solidFill>
                  <a:srgbClr val="206B4D"/>
                </a:solidFill>
                <a:latin typeface="Arial"/>
                <a:ea typeface="Arial"/>
                <a:cs typeface="Arial"/>
              </a:defRPr>
            </a:lvl8pPr>
            <a:lvl9pPr algn="l">
              <a:defRPr sz="1200" b="1">
                <a:solidFill>
                  <a:srgbClr val="206B4D"/>
                </a:solidFill>
                <a:latin typeface="Arial"/>
                <a:ea typeface="Arial"/>
                <a:cs typeface="Arial"/>
              </a:defRPr>
            </a:lvl9pPr>
          </a:lstStyle>
          <a:p xmlns:a="http://schemas.openxmlformats.org/drawingml/2006/main">
            <a:pPr algn="l">
              <a:defRPr sz="1200" b="1">
                <a:solidFill>
                  <a:srgbClr val="206B4D"/>
                </a:solidFill>
                <a:latin typeface="Arial"/>
                <a:ea typeface="Arial"/>
                <a:cs typeface="Arial"/>
              </a:defRPr>
            </a:pPr>
            <a:r>
              <a:rPr sz="1200" b="1">
                <a:solidFill>
                  <a:srgbClr val="206B4D"/>
                </a:solidFill>
                <a:latin typeface="Arial"/>
                <a:ea typeface="Arial"/>
                <a:cs typeface="Arial"/>
              </a:rPr>
              <a:t>CURRENT UI CONFIDENCE SCORE</a:t>
            </a:r>
          </a:p>
        </p:txBody>
      </p:sp>
      <p:sp>
        <p:nvSpPr>
          <p:cNvPr id="12" name="score-formula">
            <a:extLst xmlns:a="http://schemas.openxmlformats.org/drawingml/2006/main">
              <a:ext uri="{FF2B5EF4-FFF2-40B4-BE49-F238E27FC236}">
                <a16:creationId xmlns:a16="http://schemas.microsoft.com/office/drawing/2014/main" id="{4DC70499-51F7-4CB9-A4C1-5C42129EC7E8}"/>
              </a:ext>
            </a:extLst>
          </p:cNvPr>
          <p:cNvSpPr>
            <a:spLocks xmlns:a="http://schemas.openxmlformats.org/drawingml/2006/main" noGrp="1"/>
          </p:cNvSpPr>
          <p:nvPr/>
        </p:nvSpPr>
        <p:spPr>
          <a:xfrm xmlns:a="http://schemas.openxmlformats.org/drawingml/2006/main">
            <a:off x="6553200" y="17907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342F"/>
                </a:solidFill>
                <a:latin typeface="Arial"/>
                <a:ea typeface="Arial"/>
                <a:cs typeface="Arial"/>
              </a:defRPr>
            </a:defPPr>
            <a:lvl1pPr algn="l">
              <a:defRPr sz="1875" b="1">
                <a:solidFill>
                  <a:srgbClr val="17342F"/>
                </a:solidFill>
                <a:latin typeface="Arial"/>
                <a:ea typeface="Arial"/>
                <a:cs typeface="Arial"/>
              </a:defRPr>
            </a:lvl1pPr>
            <a:lvl2pPr algn="l">
              <a:defRPr sz="1875" b="1">
                <a:solidFill>
                  <a:srgbClr val="17342F"/>
                </a:solidFill>
                <a:latin typeface="Arial"/>
                <a:ea typeface="Arial"/>
                <a:cs typeface="Arial"/>
              </a:defRPr>
            </a:lvl2pPr>
            <a:lvl3pPr algn="l">
              <a:defRPr sz="1875" b="1">
                <a:solidFill>
                  <a:srgbClr val="17342F"/>
                </a:solidFill>
                <a:latin typeface="Arial"/>
                <a:ea typeface="Arial"/>
                <a:cs typeface="Arial"/>
              </a:defRPr>
            </a:lvl3pPr>
            <a:lvl4pPr algn="l">
              <a:defRPr sz="1875" b="1">
                <a:solidFill>
                  <a:srgbClr val="17342F"/>
                </a:solidFill>
                <a:latin typeface="Arial"/>
                <a:ea typeface="Arial"/>
                <a:cs typeface="Arial"/>
              </a:defRPr>
            </a:lvl4pPr>
            <a:lvl5pPr algn="l">
              <a:defRPr sz="1875" b="1">
                <a:solidFill>
                  <a:srgbClr val="17342F"/>
                </a:solidFill>
                <a:latin typeface="Arial"/>
                <a:ea typeface="Arial"/>
                <a:cs typeface="Arial"/>
              </a:defRPr>
            </a:lvl5pPr>
            <a:lvl6pPr algn="l">
              <a:defRPr sz="1875" b="1">
                <a:solidFill>
                  <a:srgbClr val="17342F"/>
                </a:solidFill>
                <a:latin typeface="Arial"/>
                <a:ea typeface="Arial"/>
                <a:cs typeface="Arial"/>
              </a:defRPr>
            </a:lvl6pPr>
            <a:lvl7pPr algn="l">
              <a:defRPr sz="1875" b="1">
                <a:solidFill>
                  <a:srgbClr val="17342F"/>
                </a:solidFill>
                <a:latin typeface="Arial"/>
                <a:ea typeface="Arial"/>
                <a:cs typeface="Arial"/>
              </a:defRPr>
            </a:lvl7pPr>
            <a:lvl8pPr algn="l">
              <a:defRPr sz="1875" b="1">
                <a:solidFill>
                  <a:srgbClr val="17342F"/>
                </a:solidFill>
                <a:latin typeface="Arial"/>
                <a:ea typeface="Arial"/>
                <a:cs typeface="Arial"/>
              </a:defRPr>
            </a:lvl8pPr>
            <a:lvl9pPr algn="l">
              <a:defRPr sz="1875" b="1">
                <a:solidFill>
                  <a:srgbClr val="17342F"/>
                </a:solidFill>
                <a:latin typeface="Arial"/>
                <a:ea typeface="Arial"/>
                <a:cs typeface="Arial"/>
              </a:defRPr>
            </a:lvl9pPr>
          </a:lstStyle>
          <a:p xmlns:a="http://schemas.openxmlformats.org/drawingml/2006/main">
            <a:pPr algn="l">
              <a:defRPr sz="1875" b="1">
                <a:solidFill>
                  <a:srgbClr val="17342F"/>
                </a:solidFill>
                <a:latin typeface="Arial"/>
                <a:ea typeface="Arial"/>
                <a:cs typeface="Arial"/>
              </a:defRPr>
            </a:pPr>
            <a:r>
              <a:rPr sz="1875" b="1">
                <a:solidFill>
                  <a:srgbClr val="17342F"/>
                </a:solidFill>
                <a:latin typeface="Arial"/>
                <a:ea typeface="Arial"/>
                <a:cs typeface="Arial"/>
              </a:rPr>
              <a:t>100 × min(document confidence,</a:t>
            </a:r>
          </a:p>
          <a:p xmlns:a="http://schemas.openxmlformats.org/drawingml/2006/main">
            <a:pPr algn="l">
              <a:defRPr sz="1875" b="1">
                <a:solidFill>
                  <a:srgbClr val="17342F"/>
                </a:solidFill>
                <a:latin typeface="Arial"/>
                <a:ea typeface="Arial"/>
                <a:cs typeface="Arial"/>
              </a:defRPr>
            </a:pPr>
            <a:r>
              <a:rPr sz="1875" b="1">
                <a:solidFill>
                  <a:srgbClr val="17342F"/>
                </a:solidFill>
                <a:latin typeface="Arial"/>
                <a:ea typeface="Arial"/>
                <a:cs typeface="Arial"/>
              </a:rPr>
              <a:t>verification confidence)</a:t>
            </a:r>
          </a:p>
        </p:txBody>
      </p:sp>
      <p:sp>
        <p:nvSpPr>
          <p:cNvPr id="13" name="score-exceptions">
            <a:extLst xmlns:a="http://schemas.openxmlformats.org/drawingml/2006/main">
              <a:ext uri="{FF2B5EF4-FFF2-40B4-BE49-F238E27FC236}">
                <a16:creationId xmlns:a16="http://schemas.microsoft.com/office/drawing/2014/main" id="{6F4D758D-8884-481B-9785-9DA54B7E0E5A}"/>
              </a:ext>
            </a:extLst>
          </p:cNvPr>
          <p:cNvSpPr>
            <a:spLocks xmlns:a="http://schemas.openxmlformats.org/drawingml/2006/main" noGrp="1"/>
          </p:cNvSpPr>
          <p:nvPr/>
        </p:nvSpPr>
        <p:spPr>
          <a:xfrm xmlns:a="http://schemas.openxmlformats.org/drawingml/2006/main">
            <a:off x="6553200" y="2457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Rejected / no safe output = 0  ·  missing score data = unavailable</a:t>
            </a:r>
          </a:p>
        </p:txBody>
      </p:sp>
      <p:sp>
        <p:nvSpPr>
          <p:cNvPr id="14" name="score-caveat">
            <a:extLst xmlns:a="http://schemas.openxmlformats.org/drawingml/2006/main">
              <a:ext uri="{FF2B5EF4-FFF2-40B4-BE49-F238E27FC236}">
                <a16:creationId xmlns:a16="http://schemas.microsoft.com/office/drawing/2014/main" id="{E23D7064-6335-4723-B61A-E6C0559DFF88}"/>
              </a:ext>
            </a:extLst>
          </p:cNvPr>
          <p:cNvSpPr>
            <a:spLocks xmlns:a="http://schemas.openxmlformats.org/drawingml/2006/main" noGrp="1"/>
          </p:cNvSpPr>
          <p:nvPr/>
        </p:nvSpPr>
        <p:spPr>
          <a:xfrm xmlns:a="http://schemas.openxmlformats.org/drawingml/2006/main">
            <a:off x="6553200" y="28765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B55243"/>
                </a:solidFill>
                <a:latin typeface="Arial"/>
                <a:ea typeface="Arial"/>
                <a:cs typeface="Arial"/>
              </a:defRPr>
            </a:defPPr>
            <a:lvl1pPr algn="l">
              <a:defRPr sz="1275" b="1">
                <a:solidFill>
                  <a:srgbClr val="B55243"/>
                </a:solidFill>
                <a:latin typeface="Arial"/>
                <a:ea typeface="Arial"/>
                <a:cs typeface="Arial"/>
              </a:defRPr>
            </a:lvl1pPr>
            <a:lvl2pPr algn="l">
              <a:defRPr sz="1275" b="1">
                <a:solidFill>
                  <a:srgbClr val="B55243"/>
                </a:solidFill>
                <a:latin typeface="Arial"/>
                <a:ea typeface="Arial"/>
                <a:cs typeface="Arial"/>
              </a:defRPr>
            </a:lvl2pPr>
            <a:lvl3pPr algn="l">
              <a:defRPr sz="1275" b="1">
                <a:solidFill>
                  <a:srgbClr val="B55243"/>
                </a:solidFill>
                <a:latin typeface="Arial"/>
                <a:ea typeface="Arial"/>
                <a:cs typeface="Arial"/>
              </a:defRPr>
            </a:lvl3pPr>
            <a:lvl4pPr algn="l">
              <a:defRPr sz="1275" b="1">
                <a:solidFill>
                  <a:srgbClr val="B55243"/>
                </a:solidFill>
                <a:latin typeface="Arial"/>
                <a:ea typeface="Arial"/>
                <a:cs typeface="Arial"/>
              </a:defRPr>
            </a:lvl4pPr>
            <a:lvl5pPr algn="l">
              <a:defRPr sz="1275" b="1">
                <a:solidFill>
                  <a:srgbClr val="B55243"/>
                </a:solidFill>
                <a:latin typeface="Arial"/>
                <a:ea typeface="Arial"/>
                <a:cs typeface="Arial"/>
              </a:defRPr>
            </a:lvl5pPr>
            <a:lvl6pPr algn="l">
              <a:defRPr sz="1275" b="1">
                <a:solidFill>
                  <a:srgbClr val="B55243"/>
                </a:solidFill>
                <a:latin typeface="Arial"/>
                <a:ea typeface="Arial"/>
                <a:cs typeface="Arial"/>
              </a:defRPr>
            </a:lvl6pPr>
            <a:lvl7pPr algn="l">
              <a:defRPr sz="1275" b="1">
                <a:solidFill>
                  <a:srgbClr val="B55243"/>
                </a:solidFill>
                <a:latin typeface="Arial"/>
                <a:ea typeface="Arial"/>
                <a:cs typeface="Arial"/>
              </a:defRPr>
            </a:lvl7pPr>
            <a:lvl8pPr algn="l">
              <a:defRPr sz="1275" b="1">
                <a:solidFill>
                  <a:srgbClr val="B55243"/>
                </a:solidFill>
                <a:latin typeface="Arial"/>
                <a:ea typeface="Arial"/>
                <a:cs typeface="Arial"/>
              </a:defRPr>
            </a:lvl8pPr>
            <a:lvl9pPr algn="l">
              <a:defRPr sz="1275" b="1">
                <a:solidFill>
                  <a:srgbClr val="B55243"/>
                </a:solidFill>
                <a:latin typeface="Arial"/>
                <a:ea typeface="Arial"/>
                <a:cs typeface="Arial"/>
              </a:defRPr>
            </a:lvl9pPr>
          </a:lstStyle>
          <a:p xmlns:a="http://schemas.openxmlformats.org/drawingml/2006/main">
            <a:pPr algn="l">
              <a:defRPr sz="1275" b="1">
                <a:solidFill>
                  <a:srgbClr val="B55243"/>
                </a:solidFill>
                <a:latin typeface="Arial"/>
                <a:ea typeface="Arial"/>
                <a:cs typeface="Arial"/>
              </a:defRPr>
            </a:pPr>
            <a:r>
              <a:rPr sz="1275" b="1">
                <a:solidFill>
                  <a:srgbClr val="B55243"/>
                </a:solidFill>
                <a:latin typeface="Arial"/>
                <a:ea typeface="Arial"/>
                <a:cs typeface="Arial"/>
              </a:rPr>
              <a:t>A conservative pipeline signal, not a calibrated probability or end-to-end accuracy claim.</a:t>
            </a:r>
          </a:p>
        </p:txBody>
      </p:sp>
      <p:sp>
        <p:nvSpPr>
          <p:cNvPr id="15" name="opportunity-rule">
            <a:extLst xmlns:a="http://schemas.openxmlformats.org/drawingml/2006/main">
              <a:ext uri="{FF2B5EF4-FFF2-40B4-BE49-F238E27FC236}">
                <a16:creationId xmlns:a16="http://schemas.microsoft.com/office/drawing/2014/main" id="{323014A2-2EDC-4A61-834A-EA6BBDC6086B}"/>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16" name="equitas-opportunity-heading">
            <a:extLst xmlns:a="http://schemas.openxmlformats.org/drawingml/2006/main">
              <a:ext uri="{FF2B5EF4-FFF2-40B4-BE49-F238E27FC236}">
                <a16:creationId xmlns:a16="http://schemas.microsoft.com/office/drawing/2014/main" id="{B6190A06-E100-4E1C-8BF8-FB463D8EE0CD}"/>
              </a:ext>
            </a:extLst>
          </p:cNvPr>
          <p:cNvSpPr>
            <a:spLocks xmlns:a="http://schemas.openxmlformats.org/drawingml/2006/main" noGrp="1"/>
          </p:cNvSpPr>
          <p:nvPr/>
        </p:nvSpPr>
        <p:spPr>
          <a:xfrm xmlns:a="http://schemas.openxmlformats.org/drawingml/2006/main">
            <a:off x="628650" y="37433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206B4D"/>
                </a:solidFill>
                <a:latin typeface="Arial"/>
                <a:ea typeface="Arial"/>
                <a:cs typeface="Arial"/>
              </a:defRPr>
            </a:defPPr>
            <a:lvl1pPr algn="l">
              <a:defRPr sz="1425" b="1">
                <a:solidFill>
                  <a:srgbClr val="206B4D"/>
                </a:solidFill>
                <a:latin typeface="Arial"/>
                <a:ea typeface="Arial"/>
                <a:cs typeface="Arial"/>
              </a:defRPr>
            </a:lvl1pPr>
            <a:lvl2pPr algn="l">
              <a:defRPr sz="1425" b="1">
                <a:solidFill>
                  <a:srgbClr val="206B4D"/>
                </a:solidFill>
                <a:latin typeface="Arial"/>
                <a:ea typeface="Arial"/>
                <a:cs typeface="Arial"/>
              </a:defRPr>
            </a:lvl2pPr>
            <a:lvl3pPr algn="l">
              <a:defRPr sz="1425" b="1">
                <a:solidFill>
                  <a:srgbClr val="206B4D"/>
                </a:solidFill>
                <a:latin typeface="Arial"/>
                <a:ea typeface="Arial"/>
                <a:cs typeface="Arial"/>
              </a:defRPr>
            </a:lvl3pPr>
            <a:lvl4pPr algn="l">
              <a:defRPr sz="1425" b="1">
                <a:solidFill>
                  <a:srgbClr val="206B4D"/>
                </a:solidFill>
                <a:latin typeface="Arial"/>
                <a:ea typeface="Arial"/>
                <a:cs typeface="Arial"/>
              </a:defRPr>
            </a:lvl4pPr>
            <a:lvl5pPr algn="l">
              <a:defRPr sz="1425" b="1">
                <a:solidFill>
                  <a:srgbClr val="206B4D"/>
                </a:solidFill>
                <a:latin typeface="Arial"/>
                <a:ea typeface="Arial"/>
                <a:cs typeface="Arial"/>
              </a:defRPr>
            </a:lvl5pPr>
            <a:lvl6pPr algn="l">
              <a:defRPr sz="1425" b="1">
                <a:solidFill>
                  <a:srgbClr val="206B4D"/>
                </a:solidFill>
                <a:latin typeface="Arial"/>
                <a:ea typeface="Arial"/>
                <a:cs typeface="Arial"/>
              </a:defRPr>
            </a:lvl6pPr>
            <a:lvl7pPr algn="l">
              <a:defRPr sz="1425" b="1">
                <a:solidFill>
                  <a:srgbClr val="206B4D"/>
                </a:solidFill>
                <a:latin typeface="Arial"/>
                <a:ea typeface="Arial"/>
                <a:cs typeface="Arial"/>
              </a:defRPr>
            </a:lvl7pPr>
            <a:lvl8pPr algn="l">
              <a:defRPr sz="1425" b="1">
                <a:solidFill>
                  <a:srgbClr val="206B4D"/>
                </a:solidFill>
                <a:latin typeface="Arial"/>
                <a:ea typeface="Arial"/>
                <a:cs typeface="Arial"/>
              </a:defRPr>
            </a:lvl8pPr>
            <a:lvl9pPr algn="l">
              <a:defRPr sz="1425" b="1">
                <a:solidFill>
                  <a:srgbClr val="206B4D"/>
                </a:solidFill>
                <a:latin typeface="Arial"/>
                <a:ea typeface="Arial"/>
                <a:cs typeface="Arial"/>
              </a:defRPr>
            </a:lvl9pPr>
          </a:lstStyle>
          <a:p xmlns:a="http://schemas.openxmlformats.org/drawingml/2006/main">
            <a:pPr algn="l">
              <a:defRPr sz="1425" b="1">
                <a:solidFill>
                  <a:srgbClr val="206B4D"/>
                </a:solidFill>
                <a:latin typeface="Arial"/>
                <a:ea typeface="Arial"/>
                <a:cs typeface="Arial"/>
              </a:defRPr>
            </a:pPr>
            <a:r>
              <a:rPr sz="1425" b="1">
                <a:solidFill>
                  <a:srgbClr val="206B4D"/>
                </a:solidFill>
                <a:latin typeface="Arial"/>
                <a:ea typeface="Arial"/>
                <a:cs typeface="Arial"/>
              </a:rPr>
              <a:t>PROPOSED AI / ML EXTENSIONS FOR EQUITAS</a:t>
            </a:r>
          </a:p>
        </p:txBody>
      </p:sp>
      <p:sp>
        <p:nvSpPr>
          <p:cNvPr id="17" name="equitas-opportunity-context">
            <a:extLst xmlns:a="http://schemas.openxmlformats.org/drawingml/2006/main">
              <a:ext uri="{FF2B5EF4-FFF2-40B4-BE49-F238E27FC236}">
                <a16:creationId xmlns:a16="http://schemas.microsoft.com/office/drawing/2014/main" id="{9278B455-165B-45BD-995B-4B5AC12FD93C}"/>
              </a:ext>
            </a:extLst>
          </p:cNvPr>
          <p:cNvSpPr>
            <a:spLocks xmlns:a="http://schemas.openxmlformats.org/drawingml/2006/main" noGrp="1"/>
          </p:cNvSpPr>
          <p:nvPr/>
        </p:nvSpPr>
        <p:spPr>
          <a:xfrm xmlns:a="http://schemas.openxmlformats.org/drawingml/2006/main">
            <a:off x="628650" y="4067175"/>
            <a:ext cx="1091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a:solidFill>
                  <a:srgbClr val="5D716A"/>
                </a:solidFill>
                <a:latin typeface="Arial"/>
                <a:ea typeface="Arial"/>
                <a:cs typeface="Arial"/>
              </a:defRPr>
            </a:defPPr>
            <a:lvl1pPr algn="l">
              <a:defRPr sz="1200">
                <a:solidFill>
                  <a:srgbClr val="5D716A"/>
                </a:solidFill>
                <a:latin typeface="Arial"/>
                <a:ea typeface="Arial"/>
                <a:cs typeface="Arial"/>
              </a:defRPr>
            </a:lvl1pPr>
            <a:lvl2pPr algn="l">
              <a:defRPr sz="1200">
                <a:solidFill>
                  <a:srgbClr val="5D716A"/>
                </a:solidFill>
                <a:latin typeface="Arial"/>
                <a:ea typeface="Arial"/>
                <a:cs typeface="Arial"/>
              </a:defRPr>
            </a:lvl2pPr>
            <a:lvl3pPr algn="l">
              <a:defRPr sz="1200">
                <a:solidFill>
                  <a:srgbClr val="5D716A"/>
                </a:solidFill>
                <a:latin typeface="Arial"/>
                <a:ea typeface="Arial"/>
                <a:cs typeface="Arial"/>
              </a:defRPr>
            </a:lvl3pPr>
            <a:lvl4pPr algn="l">
              <a:defRPr sz="1200">
                <a:solidFill>
                  <a:srgbClr val="5D716A"/>
                </a:solidFill>
                <a:latin typeface="Arial"/>
                <a:ea typeface="Arial"/>
                <a:cs typeface="Arial"/>
              </a:defRPr>
            </a:lvl4pPr>
            <a:lvl5pPr algn="l">
              <a:defRPr sz="1200">
                <a:solidFill>
                  <a:srgbClr val="5D716A"/>
                </a:solidFill>
                <a:latin typeface="Arial"/>
                <a:ea typeface="Arial"/>
                <a:cs typeface="Arial"/>
              </a:defRPr>
            </a:lvl5pPr>
            <a:lvl6pPr algn="l">
              <a:defRPr sz="1200">
                <a:solidFill>
                  <a:srgbClr val="5D716A"/>
                </a:solidFill>
                <a:latin typeface="Arial"/>
                <a:ea typeface="Arial"/>
                <a:cs typeface="Arial"/>
              </a:defRPr>
            </a:lvl6pPr>
            <a:lvl7pPr algn="l">
              <a:defRPr sz="1200">
                <a:solidFill>
                  <a:srgbClr val="5D716A"/>
                </a:solidFill>
                <a:latin typeface="Arial"/>
                <a:ea typeface="Arial"/>
                <a:cs typeface="Arial"/>
              </a:defRPr>
            </a:lvl7pPr>
            <a:lvl8pPr algn="l">
              <a:defRPr sz="1200">
                <a:solidFill>
                  <a:srgbClr val="5D716A"/>
                </a:solidFill>
                <a:latin typeface="Arial"/>
                <a:ea typeface="Arial"/>
                <a:cs typeface="Arial"/>
              </a:defRPr>
            </a:lvl8pPr>
            <a:lvl9pPr algn="l">
              <a:defRPr sz="1200">
                <a:solidFill>
                  <a:srgbClr val="5D716A"/>
                </a:solidFill>
                <a:latin typeface="Arial"/>
                <a:ea typeface="Arial"/>
                <a:cs typeface="Arial"/>
              </a:defRPr>
            </a:lvl9pPr>
          </a:lstStyle>
          <a:p xmlns:a="http://schemas.openxmlformats.org/drawingml/2006/main">
            <a:pPr algn="l">
              <a:defRPr sz="1200">
                <a:solidFill>
                  <a:srgbClr val="5D716A"/>
                </a:solidFill>
                <a:latin typeface="Arial"/>
                <a:ea typeface="Arial"/>
                <a:cs typeface="Arial"/>
              </a:defRPr>
            </a:pPr>
            <a:r>
              <a:rPr sz="1200">
                <a:solidFill>
                  <a:srgbClr val="5D716A"/>
                </a:solidFill>
                <a:latin typeface="Arial"/>
                <a:ea typeface="Arial"/>
                <a:cs typeface="Arial"/>
              </a:rPr>
              <a:t>Mapped to Equitas’s public digital onboarding, lending and API context; these are proposals, not existing Equitas features.</a:t>
            </a:r>
          </a:p>
        </p:txBody>
      </p:sp>
      <p:sp>
        <p:nvSpPr>
          <p:cNvPr id="18" name="equitas-feature-1-title">
            <a:extLst xmlns:a="http://schemas.openxmlformats.org/drawingml/2006/main">
              <a:ext uri="{FF2B5EF4-FFF2-40B4-BE49-F238E27FC236}">
                <a16:creationId xmlns:a16="http://schemas.microsoft.com/office/drawing/2014/main" id="{570FC52D-4BE9-4AC5-8332-6D1417060ADA}"/>
              </a:ext>
            </a:extLst>
          </p:cNvPr>
          <p:cNvSpPr>
            <a:spLocks xmlns:a="http://schemas.openxmlformats.org/drawingml/2006/main" noGrp="1"/>
          </p:cNvSpPr>
          <p:nvPr/>
        </p:nvSpPr>
        <p:spPr>
          <a:xfrm xmlns:a="http://schemas.openxmlformats.org/drawingml/2006/main">
            <a:off x="628650" y="45148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KYC / loan-pack intake</a:t>
            </a:r>
          </a:p>
        </p:txBody>
      </p:sp>
      <p:sp>
        <p:nvSpPr>
          <p:cNvPr id="19" name="equitas-feature-1-body">
            <a:extLst xmlns:a="http://schemas.openxmlformats.org/drawingml/2006/main">
              <a:ext uri="{FF2B5EF4-FFF2-40B4-BE49-F238E27FC236}">
                <a16:creationId xmlns:a16="http://schemas.microsoft.com/office/drawing/2014/main" id="{614909EC-A333-4FB9-ADAF-BD02BE73C07F}"/>
              </a:ext>
            </a:extLst>
          </p:cNvPr>
          <p:cNvSpPr>
            <a:spLocks xmlns:a="http://schemas.openxmlformats.org/drawingml/2006/main" noGrp="1"/>
          </p:cNvSpPr>
          <p:nvPr/>
        </p:nvSpPr>
        <p:spPr>
          <a:xfrm xmlns:a="http://schemas.openxmlformats.org/drawingml/2006/main">
            <a:off x="628650" y="4857750"/>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Classify documents, extract fields with OCR and flag missing or unreadable pages.</a:t>
            </a:r>
          </a:p>
        </p:txBody>
      </p:sp>
      <p:sp>
        <p:nvSpPr>
          <p:cNvPr id="20" name="equitas-feature-2-title">
            <a:extLst xmlns:a="http://schemas.openxmlformats.org/drawingml/2006/main">
              <a:ext uri="{FF2B5EF4-FFF2-40B4-BE49-F238E27FC236}">
                <a16:creationId xmlns:a16="http://schemas.microsoft.com/office/drawing/2014/main" id="{60E4E697-2220-45AD-B512-168DCE4151D5}"/>
              </a:ext>
            </a:extLst>
          </p:cNvPr>
          <p:cNvSpPr>
            <a:spLocks xmlns:a="http://schemas.openxmlformats.org/drawingml/2006/main" noGrp="1"/>
          </p:cNvSpPr>
          <p:nvPr/>
        </p:nvSpPr>
        <p:spPr>
          <a:xfrm xmlns:a="http://schemas.openxmlformats.org/drawingml/2006/main">
            <a:off x="4343400" y="45148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Privacy masking</a:t>
            </a:r>
          </a:p>
        </p:txBody>
      </p:sp>
      <p:sp>
        <p:nvSpPr>
          <p:cNvPr id="21" name="equitas-feature-2-body">
            <a:extLst xmlns:a="http://schemas.openxmlformats.org/drawingml/2006/main">
              <a:ext uri="{FF2B5EF4-FFF2-40B4-BE49-F238E27FC236}">
                <a16:creationId xmlns:a16="http://schemas.microsoft.com/office/drawing/2014/main" id="{84A8B778-A7DB-43CC-90A3-21AE0DE56175}"/>
              </a:ext>
            </a:extLst>
          </p:cNvPr>
          <p:cNvSpPr>
            <a:spLocks xmlns:a="http://schemas.openxmlformats.org/drawingml/2006/main" noGrp="1"/>
          </p:cNvSpPr>
          <p:nvPr/>
        </p:nvSpPr>
        <p:spPr>
          <a:xfrm xmlns:a="http://schemas.openxmlformats.org/drawingml/2006/main">
            <a:off x="4343400" y="4857750"/>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Extend redaction to PAN and account values in review copies and case attachments.</a:t>
            </a:r>
          </a:p>
        </p:txBody>
      </p:sp>
      <p:sp>
        <p:nvSpPr>
          <p:cNvPr id="22" name="equitas-feature-3-title">
            <a:extLst xmlns:a="http://schemas.openxmlformats.org/drawingml/2006/main">
              <a:ext uri="{FF2B5EF4-FFF2-40B4-BE49-F238E27FC236}">
                <a16:creationId xmlns:a16="http://schemas.microsoft.com/office/drawing/2014/main" id="{7FCEE56D-4056-4871-AE3B-D4794B505053}"/>
              </a:ext>
            </a:extLst>
          </p:cNvPr>
          <p:cNvSpPr>
            <a:spLocks xmlns:a="http://schemas.openxmlformats.org/drawingml/2006/main" noGrp="1"/>
          </p:cNvSpPr>
          <p:nvPr/>
        </p:nvSpPr>
        <p:spPr>
          <a:xfrm xmlns:a="http://schemas.openxmlformats.org/drawingml/2006/main">
            <a:off x="8058150" y="4514850"/>
            <a:ext cx="328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7342F"/>
                </a:solidFill>
                <a:latin typeface="Arial"/>
                <a:ea typeface="Arial"/>
                <a:cs typeface="Arial"/>
              </a:defRPr>
            </a:defPPr>
            <a:lvl1pPr algn="l">
              <a:defRPr sz="1500" b="1">
                <a:solidFill>
                  <a:srgbClr val="17342F"/>
                </a:solidFill>
                <a:latin typeface="Arial"/>
                <a:ea typeface="Arial"/>
                <a:cs typeface="Arial"/>
              </a:defRPr>
            </a:lvl1pPr>
            <a:lvl2pPr algn="l">
              <a:defRPr sz="1500" b="1">
                <a:solidFill>
                  <a:srgbClr val="17342F"/>
                </a:solidFill>
                <a:latin typeface="Arial"/>
                <a:ea typeface="Arial"/>
                <a:cs typeface="Arial"/>
              </a:defRPr>
            </a:lvl2pPr>
            <a:lvl3pPr algn="l">
              <a:defRPr sz="1500" b="1">
                <a:solidFill>
                  <a:srgbClr val="17342F"/>
                </a:solidFill>
                <a:latin typeface="Arial"/>
                <a:ea typeface="Arial"/>
                <a:cs typeface="Arial"/>
              </a:defRPr>
            </a:lvl3pPr>
            <a:lvl4pPr algn="l">
              <a:defRPr sz="1500" b="1">
                <a:solidFill>
                  <a:srgbClr val="17342F"/>
                </a:solidFill>
                <a:latin typeface="Arial"/>
                <a:ea typeface="Arial"/>
                <a:cs typeface="Arial"/>
              </a:defRPr>
            </a:lvl4pPr>
            <a:lvl5pPr algn="l">
              <a:defRPr sz="1500" b="1">
                <a:solidFill>
                  <a:srgbClr val="17342F"/>
                </a:solidFill>
                <a:latin typeface="Arial"/>
                <a:ea typeface="Arial"/>
                <a:cs typeface="Arial"/>
              </a:defRPr>
            </a:lvl5pPr>
            <a:lvl6pPr algn="l">
              <a:defRPr sz="1500" b="1">
                <a:solidFill>
                  <a:srgbClr val="17342F"/>
                </a:solidFill>
                <a:latin typeface="Arial"/>
                <a:ea typeface="Arial"/>
                <a:cs typeface="Arial"/>
              </a:defRPr>
            </a:lvl6pPr>
            <a:lvl7pPr algn="l">
              <a:defRPr sz="1500" b="1">
                <a:solidFill>
                  <a:srgbClr val="17342F"/>
                </a:solidFill>
                <a:latin typeface="Arial"/>
                <a:ea typeface="Arial"/>
                <a:cs typeface="Arial"/>
              </a:defRPr>
            </a:lvl7pPr>
            <a:lvl8pPr algn="l">
              <a:defRPr sz="1500" b="1">
                <a:solidFill>
                  <a:srgbClr val="17342F"/>
                </a:solidFill>
                <a:latin typeface="Arial"/>
                <a:ea typeface="Arial"/>
                <a:cs typeface="Arial"/>
              </a:defRPr>
            </a:lvl8pPr>
            <a:lvl9pPr algn="l">
              <a:defRPr sz="1500" b="1">
                <a:solidFill>
                  <a:srgbClr val="17342F"/>
                </a:solidFill>
                <a:latin typeface="Arial"/>
                <a:ea typeface="Arial"/>
                <a:cs typeface="Arial"/>
              </a:defRPr>
            </a:lvl9pPr>
          </a:lstStyle>
          <a:p xmlns:a="http://schemas.openxmlformats.org/drawingml/2006/main">
            <a:pPr algn="l">
              <a:defRPr sz="1500" b="1">
                <a:solidFill>
                  <a:srgbClr val="17342F"/>
                </a:solidFill>
                <a:latin typeface="Arial"/>
                <a:ea typeface="Arial"/>
                <a:cs typeface="Arial"/>
              </a:defRPr>
            </a:pPr>
            <a:r>
              <a:rPr sz="1500" b="1">
                <a:solidFill>
                  <a:srgbClr val="17342F"/>
                </a:solidFill>
                <a:latin typeface="Arial"/>
                <a:ea typeface="Arial"/>
                <a:cs typeface="Arial"/>
              </a:rPr>
              <a:t>Guided human review</a:t>
            </a:r>
          </a:p>
        </p:txBody>
      </p:sp>
      <p:sp>
        <p:nvSpPr>
          <p:cNvPr id="23" name="equitas-feature-3-body">
            <a:extLst xmlns:a="http://schemas.openxmlformats.org/drawingml/2006/main">
              <a:ext uri="{FF2B5EF4-FFF2-40B4-BE49-F238E27FC236}">
                <a16:creationId xmlns:a16="http://schemas.microsoft.com/office/drawing/2014/main" id="{16CC5268-DB0A-4678-91E1-F41E2C3FA010}"/>
              </a:ext>
            </a:extLst>
          </p:cNvPr>
          <p:cNvSpPr>
            <a:spLocks xmlns:a="http://schemas.openxmlformats.org/drawingml/2006/main" noGrp="1"/>
          </p:cNvSpPr>
          <p:nvPr/>
        </p:nvSpPr>
        <p:spPr>
          <a:xfrm xmlns:a="http://schemas.openxmlformats.org/drawingml/2006/main">
            <a:off x="8058150" y="4857750"/>
            <a:ext cx="3286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D716A"/>
                </a:solidFill>
                <a:latin typeface="Arial"/>
                <a:ea typeface="Arial"/>
                <a:cs typeface="Arial"/>
              </a:defRPr>
            </a:defPPr>
            <a:lvl1pPr algn="l">
              <a:defRPr sz="1275">
                <a:solidFill>
                  <a:srgbClr val="5D716A"/>
                </a:solidFill>
                <a:latin typeface="Arial"/>
                <a:ea typeface="Arial"/>
                <a:cs typeface="Arial"/>
              </a:defRPr>
            </a:lvl1pPr>
            <a:lvl2pPr algn="l">
              <a:defRPr sz="1275">
                <a:solidFill>
                  <a:srgbClr val="5D716A"/>
                </a:solidFill>
                <a:latin typeface="Arial"/>
                <a:ea typeface="Arial"/>
                <a:cs typeface="Arial"/>
              </a:defRPr>
            </a:lvl2pPr>
            <a:lvl3pPr algn="l">
              <a:defRPr sz="1275">
                <a:solidFill>
                  <a:srgbClr val="5D716A"/>
                </a:solidFill>
                <a:latin typeface="Arial"/>
                <a:ea typeface="Arial"/>
                <a:cs typeface="Arial"/>
              </a:defRPr>
            </a:lvl3pPr>
            <a:lvl4pPr algn="l">
              <a:defRPr sz="1275">
                <a:solidFill>
                  <a:srgbClr val="5D716A"/>
                </a:solidFill>
                <a:latin typeface="Arial"/>
                <a:ea typeface="Arial"/>
                <a:cs typeface="Arial"/>
              </a:defRPr>
            </a:lvl4pPr>
            <a:lvl5pPr algn="l">
              <a:defRPr sz="1275">
                <a:solidFill>
                  <a:srgbClr val="5D716A"/>
                </a:solidFill>
                <a:latin typeface="Arial"/>
                <a:ea typeface="Arial"/>
                <a:cs typeface="Arial"/>
              </a:defRPr>
            </a:lvl5pPr>
            <a:lvl6pPr algn="l">
              <a:defRPr sz="1275">
                <a:solidFill>
                  <a:srgbClr val="5D716A"/>
                </a:solidFill>
                <a:latin typeface="Arial"/>
                <a:ea typeface="Arial"/>
                <a:cs typeface="Arial"/>
              </a:defRPr>
            </a:lvl6pPr>
            <a:lvl7pPr algn="l">
              <a:defRPr sz="1275">
                <a:solidFill>
                  <a:srgbClr val="5D716A"/>
                </a:solidFill>
                <a:latin typeface="Arial"/>
                <a:ea typeface="Arial"/>
                <a:cs typeface="Arial"/>
              </a:defRPr>
            </a:lvl7pPr>
            <a:lvl8pPr algn="l">
              <a:defRPr sz="1275">
                <a:solidFill>
                  <a:srgbClr val="5D716A"/>
                </a:solidFill>
                <a:latin typeface="Arial"/>
                <a:ea typeface="Arial"/>
                <a:cs typeface="Arial"/>
              </a:defRPr>
            </a:lvl8pPr>
            <a:lvl9pPr algn="l">
              <a:defRPr sz="1275">
                <a:solidFill>
                  <a:srgbClr val="5D716A"/>
                </a:solidFill>
                <a:latin typeface="Arial"/>
                <a:ea typeface="Arial"/>
                <a:cs typeface="Arial"/>
              </a:defRPr>
            </a:lvl9pPr>
          </a:lstStyle>
          <a:p xmlns:a="http://schemas.openxmlformats.org/drawingml/2006/main">
            <a:pPr algn="l">
              <a:defRPr sz="1275">
                <a:solidFill>
                  <a:srgbClr val="5D716A"/>
                </a:solidFill>
                <a:latin typeface="Arial"/>
                <a:ea typeface="Arial"/>
                <a:cs typeface="Arial"/>
              </a:defRPr>
            </a:pPr>
            <a:r>
              <a:rPr sz="1275">
                <a:solidFill>
                  <a:srgbClr val="5D716A"/>
                </a:solidFill>
                <a:latin typeface="Arial"/>
                <a:ea typeface="Arial"/>
                <a:cs typeface="Arial"/>
              </a:rPr>
              <a:t>Surface cross-document mismatches and duplicates for staff review; do not auto-decide credit.</a:t>
            </a:r>
          </a:p>
        </p:txBody>
      </p:sp>
      <p:sp>
        <p:nvSpPr>
          <p:cNvPr id="24" name="feature-divider-1">
            <a:extLst xmlns:a="http://schemas.openxmlformats.org/drawingml/2006/main">
              <a:ext uri="{FF2B5EF4-FFF2-40B4-BE49-F238E27FC236}">
                <a16:creationId xmlns:a16="http://schemas.microsoft.com/office/drawing/2014/main" id="{703F9DF8-9D6E-4793-8FDC-F1E5A2F50FF8}"/>
              </a:ext>
            </a:extLst>
          </p:cNvPr>
          <p:cNvSpPr>
            <a:spLocks xmlns:a="http://schemas.openxmlformats.org/drawingml/2006/main" noGrp="1"/>
          </p:cNvSpPr>
          <p:nvPr/>
        </p:nvSpPr>
        <p:spPr>
          <a:xfrm xmlns:a="http://schemas.openxmlformats.org/drawingml/2006/main">
            <a:off x="4095750" y="4495800"/>
            <a:ext cx="0" cy="102870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25" name="feature-divider-2">
            <a:extLst xmlns:a="http://schemas.openxmlformats.org/drawingml/2006/main">
              <a:ext uri="{FF2B5EF4-FFF2-40B4-BE49-F238E27FC236}">
                <a16:creationId xmlns:a16="http://schemas.microsoft.com/office/drawing/2014/main" id="{4B69C55A-E879-4EED-8CB0-DA97FF7AC88F}"/>
              </a:ext>
            </a:extLst>
          </p:cNvPr>
          <p:cNvSpPr>
            <a:spLocks xmlns:a="http://schemas.openxmlformats.org/drawingml/2006/main" noGrp="1"/>
          </p:cNvSpPr>
          <p:nvPr/>
        </p:nvSpPr>
        <p:spPr>
          <a:xfrm xmlns:a="http://schemas.openxmlformats.org/drawingml/2006/main">
            <a:off x="7810500" y="4495800"/>
            <a:ext cx="0" cy="102870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26" name="pilot-recommendation">
            <a:extLst xmlns:a="http://schemas.openxmlformats.org/drawingml/2006/main">
              <a:ext uri="{FF2B5EF4-FFF2-40B4-BE49-F238E27FC236}">
                <a16:creationId xmlns:a16="http://schemas.microsoft.com/office/drawing/2014/main" id="{C28DEA70-8F2B-43C6-B8AD-622ABAD6312A}"/>
              </a:ext>
            </a:extLst>
          </p:cNvPr>
          <p:cNvSpPr>
            <a:spLocks xmlns:a="http://schemas.openxmlformats.org/drawingml/2006/main" noGrp="1"/>
          </p:cNvSpPr>
          <p:nvPr/>
        </p:nvSpPr>
        <p:spPr>
          <a:xfrm xmlns:a="http://schemas.openxmlformats.org/drawingml/2006/main">
            <a:off x="628650" y="5619750"/>
            <a:ext cx="10934700" cy="457200"/>
          </a:xfrm>
          <a:prstGeom xmlns:a="http://schemas.openxmlformats.org/drawingml/2006/main" prst="roundRect">
            <a:avLst>
              <a:gd name="adj" fmla="val 18750"/>
            </a:avLst>
          </a:prstGeom>
          <a:solidFill xmlns:a="http://schemas.openxmlformats.org/drawingml/2006/main">
            <a:srgbClr val="E8F1EA"/>
          </a:solidFill>
          <a:ln xmlns:a="http://schemas.openxmlformats.org/drawingml/2006/main" w="11430">
            <a:solidFill>
              <a:srgbClr val="B7D4BF"/>
            </a:solidFill>
            <a:prstDash val="solid"/>
          </a:ln>
        </p:spPr>
      </p:sp>
      <p:sp>
        <p:nvSpPr>
          <p:cNvPr id="27" name="pilot-recommendation-text">
            <a:extLst xmlns:a="http://schemas.openxmlformats.org/drawingml/2006/main">
              <a:ext uri="{FF2B5EF4-FFF2-40B4-BE49-F238E27FC236}">
                <a16:creationId xmlns:a16="http://schemas.microsoft.com/office/drawing/2014/main" id="{D7BA1616-E570-41D1-8FEC-7A2F428CA23A}"/>
              </a:ext>
            </a:extLst>
          </p:cNvPr>
          <p:cNvSpPr>
            <a:spLocks xmlns:a="http://schemas.openxmlformats.org/drawingml/2006/main" noGrp="1"/>
          </p:cNvSpPr>
          <p:nvPr/>
        </p:nvSpPr>
        <p:spPr>
          <a:xfrm xmlns:a="http://schemas.openxmlformats.org/drawingml/2006/main">
            <a:off x="800100" y="5686425"/>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7342F"/>
                </a:solidFill>
                <a:latin typeface="Arial"/>
                <a:ea typeface="Arial"/>
                <a:cs typeface="Arial"/>
              </a:defRPr>
            </a:defPPr>
            <a:lvl1pPr algn="ctr">
              <a:defRPr sz="1200" b="1">
                <a:solidFill>
                  <a:srgbClr val="17342F"/>
                </a:solidFill>
                <a:latin typeface="Arial"/>
                <a:ea typeface="Arial"/>
                <a:cs typeface="Arial"/>
              </a:defRPr>
            </a:lvl1pPr>
            <a:lvl2pPr algn="ctr">
              <a:defRPr sz="1200" b="1">
                <a:solidFill>
                  <a:srgbClr val="17342F"/>
                </a:solidFill>
                <a:latin typeface="Arial"/>
                <a:ea typeface="Arial"/>
                <a:cs typeface="Arial"/>
              </a:defRPr>
            </a:lvl2pPr>
            <a:lvl3pPr algn="ctr">
              <a:defRPr sz="1200" b="1">
                <a:solidFill>
                  <a:srgbClr val="17342F"/>
                </a:solidFill>
                <a:latin typeface="Arial"/>
                <a:ea typeface="Arial"/>
                <a:cs typeface="Arial"/>
              </a:defRPr>
            </a:lvl3pPr>
            <a:lvl4pPr algn="ctr">
              <a:defRPr sz="1200" b="1">
                <a:solidFill>
                  <a:srgbClr val="17342F"/>
                </a:solidFill>
                <a:latin typeface="Arial"/>
                <a:ea typeface="Arial"/>
                <a:cs typeface="Arial"/>
              </a:defRPr>
            </a:lvl4pPr>
            <a:lvl5pPr algn="ctr">
              <a:defRPr sz="1200" b="1">
                <a:solidFill>
                  <a:srgbClr val="17342F"/>
                </a:solidFill>
                <a:latin typeface="Arial"/>
                <a:ea typeface="Arial"/>
                <a:cs typeface="Arial"/>
              </a:defRPr>
            </a:lvl5pPr>
            <a:lvl6pPr algn="ctr">
              <a:defRPr sz="1200" b="1">
                <a:solidFill>
                  <a:srgbClr val="17342F"/>
                </a:solidFill>
                <a:latin typeface="Arial"/>
                <a:ea typeface="Arial"/>
                <a:cs typeface="Arial"/>
              </a:defRPr>
            </a:lvl6pPr>
            <a:lvl7pPr algn="ctr">
              <a:defRPr sz="1200" b="1">
                <a:solidFill>
                  <a:srgbClr val="17342F"/>
                </a:solidFill>
                <a:latin typeface="Arial"/>
                <a:ea typeface="Arial"/>
                <a:cs typeface="Arial"/>
              </a:defRPr>
            </a:lvl7pPr>
            <a:lvl8pPr algn="ctr">
              <a:defRPr sz="1200" b="1">
                <a:solidFill>
                  <a:srgbClr val="17342F"/>
                </a:solidFill>
                <a:latin typeface="Arial"/>
                <a:ea typeface="Arial"/>
                <a:cs typeface="Arial"/>
              </a:defRPr>
            </a:lvl8pPr>
            <a:lvl9pPr algn="ctr">
              <a:defRPr sz="1200" b="1">
                <a:solidFill>
                  <a:srgbClr val="17342F"/>
                </a:solidFill>
                <a:latin typeface="Arial"/>
                <a:ea typeface="Arial"/>
                <a:cs typeface="Arial"/>
              </a:defRPr>
            </a:lvl9pPr>
          </a:lstStyle>
          <a:p xmlns:a="http://schemas.openxmlformats.org/drawingml/2006/main">
            <a:pPr algn="ctr">
              <a:defRPr sz="1200" b="1">
                <a:solidFill>
                  <a:srgbClr val="17342F"/>
                </a:solidFill>
                <a:latin typeface="Arial"/>
                <a:ea typeface="Arial"/>
                <a:cs typeface="Arial"/>
              </a:defRPr>
            </a:pPr>
            <a:r>
              <a:rPr sz="1200" b="1">
                <a:solidFill>
                  <a:srgbClr val="17342F"/>
                </a:solidFill>
                <a:latin typeface="Arial"/>
                <a:ea typeface="Arial"/>
                <a:cs typeface="Arial"/>
              </a:rPr>
              <a:t>First pilot: KYC pack completeness + PII masking. Measure field accuracy, unsafe outputs, false accepts/rejects and review minutes.</a:t>
            </a:r>
          </a:p>
        </p:txBody>
      </p:sp>
      <p:sp>
        <p:nvSpPr>
          <p:cNvPr id="28" name="footer-rule">
            <a:extLst xmlns:a="http://schemas.openxmlformats.org/drawingml/2006/main">
              <a:ext uri="{FF2B5EF4-FFF2-40B4-BE49-F238E27FC236}">
                <a16:creationId xmlns:a16="http://schemas.microsoft.com/office/drawing/2014/main" id="{3C33A176-ED66-46ED-AACB-76EC29A031A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5E2D9"/>
            </a:solidFill>
            <a:prstDash val="solid"/>
          </a:ln>
        </p:spPr>
      </p:sp>
      <p:sp>
        <p:nvSpPr>
          <p:cNvPr id="29" name="footer-label">
            <a:extLst xmlns:a="http://schemas.openxmlformats.org/drawingml/2006/main">
              <a:ext uri="{FF2B5EF4-FFF2-40B4-BE49-F238E27FC236}">
                <a16:creationId xmlns:a16="http://schemas.microsoft.com/office/drawing/2014/main" id="{ECEE2ED6-5F87-4C7C-B2C9-6878F7109266}"/>
              </a:ext>
            </a:extLst>
          </p:cNvPr>
          <p:cNvSpPr>
            <a:spLocks xmlns:a="http://schemas.openxmlformats.org/drawingml/2006/main" noGrp="1"/>
          </p:cNvSpPr>
          <p:nvPr/>
        </p:nvSpPr>
        <p:spPr>
          <a:xfrm xmlns:a="http://schemas.openxmlformats.org/drawingml/2006/main">
            <a:off x="609600" y="6429375"/>
            <a:ext cx="781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D716A"/>
                </a:solidFill>
                <a:latin typeface="Arial"/>
                <a:ea typeface="Arial"/>
                <a:cs typeface="Arial"/>
              </a:defRPr>
            </a:defPPr>
            <a:lvl1pPr algn="l">
              <a:defRPr sz="975" b="1">
                <a:solidFill>
                  <a:srgbClr val="5D716A"/>
                </a:solidFill>
                <a:latin typeface="Arial"/>
                <a:ea typeface="Arial"/>
                <a:cs typeface="Arial"/>
              </a:defRPr>
            </a:lvl1pPr>
            <a:lvl2pPr algn="l">
              <a:defRPr sz="975" b="1">
                <a:solidFill>
                  <a:srgbClr val="5D716A"/>
                </a:solidFill>
                <a:latin typeface="Arial"/>
                <a:ea typeface="Arial"/>
                <a:cs typeface="Arial"/>
              </a:defRPr>
            </a:lvl2pPr>
            <a:lvl3pPr algn="l">
              <a:defRPr sz="975" b="1">
                <a:solidFill>
                  <a:srgbClr val="5D716A"/>
                </a:solidFill>
                <a:latin typeface="Arial"/>
                <a:ea typeface="Arial"/>
                <a:cs typeface="Arial"/>
              </a:defRPr>
            </a:lvl3pPr>
            <a:lvl4pPr algn="l">
              <a:defRPr sz="975" b="1">
                <a:solidFill>
                  <a:srgbClr val="5D716A"/>
                </a:solidFill>
                <a:latin typeface="Arial"/>
                <a:ea typeface="Arial"/>
                <a:cs typeface="Arial"/>
              </a:defRPr>
            </a:lvl4pPr>
            <a:lvl5pPr algn="l">
              <a:defRPr sz="975" b="1">
                <a:solidFill>
                  <a:srgbClr val="5D716A"/>
                </a:solidFill>
                <a:latin typeface="Arial"/>
                <a:ea typeface="Arial"/>
                <a:cs typeface="Arial"/>
              </a:defRPr>
            </a:lvl5pPr>
            <a:lvl6pPr algn="l">
              <a:defRPr sz="975" b="1">
                <a:solidFill>
                  <a:srgbClr val="5D716A"/>
                </a:solidFill>
                <a:latin typeface="Arial"/>
                <a:ea typeface="Arial"/>
                <a:cs typeface="Arial"/>
              </a:defRPr>
            </a:lvl6pPr>
            <a:lvl7pPr algn="l">
              <a:defRPr sz="975" b="1">
                <a:solidFill>
                  <a:srgbClr val="5D716A"/>
                </a:solidFill>
                <a:latin typeface="Arial"/>
                <a:ea typeface="Arial"/>
                <a:cs typeface="Arial"/>
              </a:defRPr>
            </a:lvl7pPr>
            <a:lvl8pPr algn="l">
              <a:defRPr sz="975" b="1">
                <a:solidFill>
                  <a:srgbClr val="5D716A"/>
                </a:solidFill>
                <a:latin typeface="Arial"/>
                <a:ea typeface="Arial"/>
                <a:cs typeface="Arial"/>
              </a:defRPr>
            </a:lvl8pPr>
            <a:lvl9pPr algn="l">
              <a:defRPr sz="975" b="1">
                <a:solidFill>
                  <a:srgbClr val="5D716A"/>
                </a:solidFill>
                <a:latin typeface="Arial"/>
                <a:ea typeface="Arial"/>
                <a:cs typeface="Arial"/>
              </a:defRPr>
            </a:lvl9pPr>
          </a:lstStyle>
          <a:p xmlns:a="http://schemas.openxmlformats.org/drawingml/2006/main">
            <a:pPr algn="l">
              <a:defRPr sz="975" b="1">
                <a:solidFill>
                  <a:srgbClr val="5D716A"/>
                </a:solidFill>
                <a:latin typeface="Arial"/>
                <a:ea typeface="Arial"/>
                <a:cs typeface="Arial"/>
              </a:defRPr>
            </a:pPr>
            <a:r>
              <a:rPr sz="975" b="1">
                <a:solidFill>
                  <a:srgbClr val="5D716A"/>
                </a:solidFill>
                <a:latin typeface="Arial"/>
                <a:ea typeface="Arial"/>
                <a:cs typeface="Arial"/>
              </a:rPr>
              <a:t>AADHAAR MASKING WORKBENCH  ·  CLIENT SHOWCASE</a:t>
            </a:r>
          </a:p>
        </p:txBody>
      </p:sp>
      <p:sp>
        <p:nvSpPr>
          <p:cNvPr id="30" name="page-number">
            <a:extLst xmlns:a="http://schemas.openxmlformats.org/drawingml/2006/main">
              <a:ext uri="{FF2B5EF4-FFF2-40B4-BE49-F238E27FC236}">
                <a16:creationId xmlns:a16="http://schemas.microsoft.com/office/drawing/2014/main" id="{753A22A0-A35B-4ED6-8B3F-E0598A1443CD}"/>
              </a:ext>
            </a:extLst>
          </p:cNvPr>
          <p:cNvSpPr>
            <a:spLocks xmlns:a="http://schemas.openxmlformats.org/drawingml/2006/main" noGrp="1"/>
          </p:cNvSpPr>
          <p:nvPr/>
        </p:nvSpPr>
        <p:spPr>
          <a:xfrm xmlns:a="http://schemas.openxmlformats.org/drawingml/2006/main">
            <a:off x="10953750" y="64293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206B4D"/>
                </a:solidFill>
                <a:latin typeface="Arial"/>
                <a:ea typeface="Arial"/>
                <a:cs typeface="Arial"/>
              </a:defRPr>
            </a:defPPr>
            <a:lvl1pPr algn="r">
              <a:defRPr sz="975" b="1">
                <a:solidFill>
                  <a:srgbClr val="206B4D"/>
                </a:solidFill>
                <a:latin typeface="Arial"/>
                <a:ea typeface="Arial"/>
                <a:cs typeface="Arial"/>
              </a:defRPr>
            </a:lvl1pPr>
            <a:lvl2pPr algn="r">
              <a:defRPr sz="975" b="1">
                <a:solidFill>
                  <a:srgbClr val="206B4D"/>
                </a:solidFill>
                <a:latin typeface="Arial"/>
                <a:ea typeface="Arial"/>
                <a:cs typeface="Arial"/>
              </a:defRPr>
            </a:lvl2pPr>
            <a:lvl3pPr algn="r">
              <a:defRPr sz="975" b="1">
                <a:solidFill>
                  <a:srgbClr val="206B4D"/>
                </a:solidFill>
                <a:latin typeface="Arial"/>
                <a:ea typeface="Arial"/>
                <a:cs typeface="Arial"/>
              </a:defRPr>
            </a:lvl3pPr>
            <a:lvl4pPr algn="r">
              <a:defRPr sz="975" b="1">
                <a:solidFill>
                  <a:srgbClr val="206B4D"/>
                </a:solidFill>
                <a:latin typeface="Arial"/>
                <a:ea typeface="Arial"/>
                <a:cs typeface="Arial"/>
              </a:defRPr>
            </a:lvl4pPr>
            <a:lvl5pPr algn="r">
              <a:defRPr sz="975" b="1">
                <a:solidFill>
                  <a:srgbClr val="206B4D"/>
                </a:solidFill>
                <a:latin typeface="Arial"/>
                <a:ea typeface="Arial"/>
                <a:cs typeface="Arial"/>
              </a:defRPr>
            </a:lvl5pPr>
            <a:lvl6pPr algn="r">
              <a:defRPr sz="975" b="1">
                <a:solidFill>
                  <a:srgbClr val="206B4D"/>
                </a:solidFill>
                <a:latin typeface="Arial"/>
                <a:ea typeface="Arial"/>
                <a:cs typeface="Arial"/>
              </a:defRPr>
            </a:lvl6pPr>
            <a:lvl7pPr algn="r">
              <a:defRPr sz="975" b="1">
                <a:solidFill>
                  <a:srgbClr val="206B4D"/>
                </a:solidFill>
                <a:latin typeface="Arial"/>
                <a:ea typeface="Arial"/>
                <a:cs typeface="Arial"/>
              </a:defRPr>
            </a:lvl7pPr>
            <a:lvl8pPr algn="r">
              <a:defRPr sz="975" b="1">
                <a:solidFill>
                  <a:srgbClr val="206B4D"/>
                </a:solidFill>
                <a:latin typeface="Arial"/>
                <a:ea typeface="Arial"/>
                <a:cs typeface="Arial"/>
              </a:defRPr>
            </a:lvl8pPr>
            <a:lvl9pPr algn="r">
              <a:defRPr sz="975" b="1">
                <a:solidFill>
                  <a:srgbClr val="206B4D"/>
                </a:solidFill>
                <a:latin typeface="Arial"/>
                <a:ea typeface="Arial"/>
                <a:cs typeface="Arial"/>
              </a:defRPr>
            </a:lvl9pPr>
          </a:lstStyle>
          <a:p xmlns:a="http://schemas.openxmlformats.org/drawingml/2006/main">
            <a:pPr algn="r">
              <a:defRPr sz="975" b="1">
                <a:solidFill>
                  <a:srgbClr val="206B4D"/>
                </a:solidFill>
                <a:latin typeface="Arial"/>
                <a:ea typeface="Arial"/>
                <a:cs typeface="Arial"/>
              </a:defRPr>
            </a:pPr>
            <a:r>
              <a:rPr sz="975" b="1">
                <a:solidFill>
                  <a:srgbClr val="206B4D"/>
                </a:solidFill>
                <a:latin typeface="Arial"/>
                <a:ea typeface="Arial"/>
                <a:cs typeface="Arial"/>
              </a:rPr>
              <a:t>05 / 05</a:t>
            </a:r>
          </a:p>
        </p:txBody>
      </p:sp>
    </p:spTree>
    <p:extLst>
      <p:ext uri="{BB962C8B-B14F-4D97-AF65-F5344CB8AC3E}">
        <p14:creationId xmlns:p14="http://schemas.microsoft.com/office/powerpoint/2010/main" val="22357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2026-10-21T07:09:24.4190000Z</dcterms:created>
  <dcterms:modified xsi:type="dcterms:W3CDTF">2026-10-21T07:09:24.4190000Z</dcterms:modified>
</coreProperties>
</file>